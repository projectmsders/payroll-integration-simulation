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1pPr>
    <a:lvl2pPr marL="0" marR="0" indent="4572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2pPr>
    <a:lvl3pPr marL="0" marR="0" indent="9144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3pPr>
    <a:lvl4pPr marL="0" marR="0" indent="13716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4pPr>
    <a:lvl5pPr marL="0" marR="0" indent="18288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5pPr>
    <a:lvl6pPr marL="0" marR="0" indent="22860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6pPr>
    <a:lvl7pPr marL="0" marR="0" indent="27432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7pPr>
    <a:lvl8pPr marL="0" marR="0" indent="32004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8pPr>
    <a:lvl9pPr marL="0" marR="0" indent="365760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254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536773"/>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536773"/>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254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25400" cap="flat">
              <a:solidFill>
                <a:srgbClr val="CB297B"/>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1554" y="-108"/>
      </p:cViewPr>
      <p:guideLst>
        <p:guide orient="horz" pos="3072"/>
        <p:guide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ad Abdelshafi" userId="bd2f6cbc-0807-4550-af3e-4417e4430b3e" providerId="ADAL" clId="{8097B777-086F-47F5-8295-322DC9351A77}"/>
    <pc:docChg chg="modSld">
      <pc:chgData name="Ahmad Abdelshafi" userId="bd2f6cbc-0807-4550-af3e-4417e4430b3e" providerId="ADAL" clId="{8097B777-086F-47F5-8295-322DC9351A77}" dt="2025-11-16T10:49:36.804" v="8" actId="14100"/>
      <pc:docMkLst>
        <pc:docMk/>
      </pc:docMkLst>
      <pc:sldChg chg="modSp mod">
        <pc:chgData name="Ahmad Abdelshafi" userId="bd2f6cbc-0807-4550-af3e-4417e4430b3e" providerId="ADAL" clId="{8097B777-086F-47F5-8295-322DC9351A77}" dt="2025-11-16T10:49:36.804" v="8" actId="14100"/>
        <pc:sldMkLst>
          <pc:docMk/>
          <pc:sldMk cId="0" sldId="256"/>
        </pc:sldMkLst>
        <pc:spChg chg="mod">
          <ac:chgData name="Ahmad Abdelshafi" userId="bd2f6cbc-0807-4550-af3e-4417e4430b3e" providerId="ADAL" clId="{8097B777-086F-47F5-8295-322DC9351A77}" dt="2025-11-16T10:49:36.804" v="8" actId="14100"/>
          <ac:spMkLst>
            <pc:docMk/>
            <pc:sldMk cId="0" sldId="256"/>
            <ac:spMk id="171" creationId="{00000000-0000-0000-0000-000000000000}"/>
          </ac:spMkLst>
        </pc:spChg>
      </pc:sldChg>
    </pc:docChg>
  </pc:docChgLst>
</pc:chgInfo>
</file>

<file path=ppt/diagrams/_rels/data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6.png"/></Relationships>
</file>

<file path=ppt/diagrams/_rels/data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svg"/><Relationship Id="rId1" Type="http://schemas.openxmlformats.org/officeDocument/2006/relationships/image" Target="../media/image8.pn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3.sv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6.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242795-2C33-443D-9C6D-6EBF08E582B9}" type="doc">
      <dgm:prSet loTypeId="urn:microsoft.com/office/officeart/2005/8/layout/vList2" loCatId="list" qsTypeId="urn:microsoft.com/office/officeart/2005/8/quickstyle/simple2" qsCatId="simple" csTypeId="urn:microsoft.com/office/officeart/2005/8/colors/accent2_2" csCatId="accent2"/>
      <dgm:spPr/>
      <dgm:t>
        <a:bodyPr/>
        <a:lstStyle/>
        <a:p>
          <a:endParaRPr lang="en-US"/>
        </a:p>
      </dgm:t>
    </dgm:pt>
    <dgm:pt modelId="{AA6043DB-867B-4FDB-A679-4EC28E150561}">
      <dgm:prSet/>
      <dgm:spPr/>
      <dgm:t>
        <a:bodyPr/>
        <a:lstStyle/>
        <a:p>
          <a:r>
            <a:rPr lang="en-US" dirty="0"/>
            <a:t>Imagine an organization where every salary update, bonus, or deduction automatically reflects in payroll and finance — eliminating manual work and costly errors. That’s the power of integration in Microsoft Dynamics 365 Finance &amp; Operations.</a:t>
          </a:r>
        </a:p>
      </dgm:t>
    </dgm:pt>
    <dgm:pt modelId="{8ED74D6B-6A31-4CF1-8917-1300B11537D3}" type="parTrans" cxnId="{86167745-6F49-4EB7-9B52-2D8F098B3A68}">
      <dgm:prSet/>
      <dgm:spPr/>
      <dgm:t>
        <a:bodyPr/>
        <a:lstStyle/>
        <a:p>
          <a:endParaRPr lang="en-US"/>
        </a:p>
      </dgm:t>
    </dgm:pt>
    <dgm:pt modelId="{2CD5B8EB-F4F0-427D-9F7B-4CFED32C792B}" type="sibTrans" cxnId="{86167745-6F49-4EB7-9B52-2D8F098B3A68}">
      <dgm:prSet/>
      <dgm:spPr/>
      <dgm:t>
        <a:bodyPr/>
        <a:lstStyle/>
        <a:p>
          <a:endParaRPr lang="en-US"/>
        </a:p>
      </dgm:t>
    </dgm:pt>
    <dgm:pt modelId="{217282AC-7BC7-4DFF-9BC3-75D9869F1ACA}">
      <dgm:prSet/>
      <dgm:spPr/>
      <dgm:t>
        <a:bodyPr/>
        <a:lstStyle/>
        <a:p>
          <a:r>
            <a:rPr lang="en-US"/>
            <a:t>Our project, Payroll Integration Simulation, brings this vision to life. It showcases how HR data, such as worker details and salary structures, flow seamlessly into payroll processing, producing accurate financial postings and insightful payroll reports.</a:t>
          </a:r>
        </a:p>
      </dgm:t>
    </dgm:pt>
    <dgm:pt modelId="{D35E75ED-294A-441F-95B6-D6B5BC31CDDD}" type="parTrans" cxnId="{4EE9D1A6-6E1A-4F1A-85EE-C1955EEDB327}">
      <dgm:prSet/>
      <dgm:spPr/>
      <dgm:t>
        <a:bodyPr/>
        <a:lstStyle/>
        <a:p>
          <a:endParaRPr lang="en-US"/>
        </a:p>
      </dgm:t>
    </dgm:pt>
    <dgm:pt modelId="{F2F7A0AD-0931-476B-A96D-9F5A2BCFA297}" type="sibTrans" cxnId="{4EE9D1A6-6E1A-4F1A-85EE-C1955EEDB327}">
      <dgm:prSet/>
      <dgm:spPr/>
      <dgm:t>
        <a:bodyPr/>
        <a:lstStyle/>
        <a:p>
          <a:endParaRPr lang="en-US"/>
        </a:p>
      </dgm:t>
    </dgm:pt>
    <dgm:pt modelId="{A7A8AC32-796C-4225-9F7D-610267AB510A}" type="pres">
      <dgm:prSet presAssocID="{84242795-2C33-443D-9C6D-6EBF08E582B9}" presName="linear" presStyleCnt="0">
        <dgm:presLayoutVars>
          <dgm:animLvl val="lvl"/>
          <dgm:resizeHandles val="exact"/>
        </dgm:presLayoutVars>
      </dgm:prSet>
      <dgm:spPr/>
      <dgm:t>
        <a:bodyPr/>
        <a:lstStyle/>
        <a:p>
          <a:endParaRPr lang="en-US"/>
        </a:p>
      </dgm:t>
    </dgm:pt>
    <dgm:pt modelId="{3016F55F-C5F0-4B3E-877A-CFBBE752C5CB}" type="pres">
      <dgm:prSet presAssocID="{AA6043DB-867B-4FDB-A679-4EC28E150561}" presName="parentText" presStyleLbl="node1" presStyleIdx="0" presStyleCnt="2">
        <dgm:presLayoutVars>
          <dgm:chMax val="0"/>
          <dgm:bulletEnabled val="1"/>
        </dgm:presLayoutVars>
      </dgm:prSet>
      <dgm:spPr/>
      <dgm:t>
        <a:bodyPr/>
        <a:lstStyle/>
        <a:p>
          <a:endParaRPr lang="en-US"/>
        </a:p>
      </dgm:t>
    </dgm:pt>
    <dgm:pt modelId="{E512C4ED-83D8-4201-A716-CF069361A561}" type="pres">
      <dgm:prSet presAssocID="{2CD5B8EB-F4F0-427D-9F7B-4CFED32C792B}" presName="spacer" presStyleCnt="0"/>
      <dgm:spPr/>
    </dgm:pt>
    <dgm:pt modelId="{172D9EE7-C9B9-4381-9CEF-955F1269CF39}" type="pres">
      <dgm:prSet presAssocID="{217282AC-7BC7-4DFF-9BC3-75D9869F1ACA}" presName="parentText" presStyleLbl="node1" presStyleIdx="1" presStyleCnt="2">
        <dgm:presLayoutVars>
          <dgm:chMax val="0"/>
          <dgm:bulletEnabled val="1"/>
        </dgm:presLayoutVars>
      </dgm:prSet>
      <dgm:spPr/>
      <dgm:t>
        <a:bodyPr/>
        <a:lstStyle/>
        <a:p>
          <a:endParaRPr lang="en-US"/>
        </a:p>
      </dgm:t>
    </dgm:pt>
  </dgm:ptLst>
  <dgm:cxnLst>
    <dgm:cxn modelId="{33FB87D2-C111-474D-9F1C-59E52FB990BD}" type="presOf" srcId="{AA6043DB-867B-4FDB-A679-4EC28E150561}" destId="{3016F55F-C5F0-4B3E-877A-CFBBE752C5CB}" srcOrd="0" destOrd="0" presId="urn:microsoft.com/office/officeart/2005/8/layout/vList2"/>
    <dgm:cxn modelId="{86167745-6F49-4EB7-9B52-2D8F098B3A68}" srcId="{84242795-2C33-443D-9C6D-6EBF08E582B9}" destId="{AA6043DB-867B-4FDB-A679-4EC28E150561}" srcOrd="0" destOrd="0" parTransId="{8ED74D6B-6A31-4CF1-8917-1300B11537D3}" sibTransId="{2CD5B8EB-F4F0-427D-9F7B-4CFED32C792B}"/>
    <dgm:cxn modelId="{ECEAD992-4032-4426-AA05-E38B8888B0CE}" type="presOf" srcId="{217282AC-7BC7-4DFF-9BC3-75D9869F1ACA}" destId="{172D9EE7-C9B9-4381-9CEF-955F1269CF39}" srcOrd="0" destOrd="0" presId="urn:microsoft.com/office/officeart/2005/8/layout/vList2"/>
    <dgm:cxn modelId="{3726E070-305E-430E-B366-DC69FDAAB528}" type="presOf" srcId="{84242795-2C33-443D-9C6D-6EBF08E582B9}" destId="{A7A8AC32-796C-4225-9F7D-610267AB510A}" srcOrd="0" destOrd="0" presId="urn:microsoft.com/office/officeart/2005/8/layout/vList2"/>
    <dgm:cxn modelId="{4EE9D1A6-6E1A-4F1A-85EE-C1955EEDB327}" srcId="{84242795-2C33-443D-9C6D-6EBF08E582B9}" destId="{217282AC-7BC7-4DFF-9BC3-75D9869F1ACA}" srcOrd="1" destOrd="0" parTransId="{D35E75ED-294A-441F-95B6-D6B5BC31CDDD}" sibTransId="{F2F7A0AD-0931-476B-A96D-9F5A2BCFA297}"/>
    <dgm:cxn modelId="{B5BC9469-AEFA-4848-9171-D0B403AC906E}" type="presParOf" srcId="{A7A8AC32-796C-4225-9F7D-610267AB510A}" destId="{3016F55F-C5F0-4B3E-877A-CFBBE752C5CB}" srcOrd="0" destOrd="0" presId="urn:microsoft.com/office/officeart/2005/8/layout/vList2"/>
    <dgm:cxn modelId="{7601F999-05E7-49F5-8B2A-B6FF8DACB8F3}" type="presParOf" srcId="{A7A8AC32-796C-4225-9F7D-610267AB510A}" destId="{E512C4ED-83D8-4201-A716-CF069361A561}" srcOrd="1" destOrd="0" presId="urn:microsoft.com/office/officeart/2005/8/layout/vList2"/>
    <dgm:cxn modelId="{05263BF2-F359-4585-80BD-2F1C412C764D}" type="presParOf" srcId="{A7A8AC32-796C-4225-9F7D-610267AB510A}" destId="{172D9EE7-C9B9-4381-9CEF-955F1269CF39}"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B3D046-85D0-44ED-A6C9-CA7A11CB4C07}"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92A9EA86-C25B-49B5-B01D-7A8EB409F2DD}">
      <dgm:prSet/>
      <dgm:spPr/>
      <dgm:t>
        <a:bodyPr/>
        <a:lstStyle/>
        <a:p>
          <a:r>
            <a:rPr lang="en-US" b="0" dirty="0"/>
            <a:t>The objective of this project </a:t>
          </a:r>
          <a:r>
            <a:rPr lang="en-US" b="0" dirty="0" smtClean="0"/>
            <a:t>is to </a:t>
          </a:r>
          <a:r>
            <a:rPr lang="en-US" b="0" dirty="0"/>
            <a:t>set up and execute a complete payroll cycle for </a:t>
          </a:r>
          <a:r>
            <a:rPr lang="en-US" b="0" dirty="0" smtClean="0"/>
            <a:t>employees</a:t>
          </a:r>
          <a:r>
            <a:rPr lang="en-US" b="0" dirty="0"/>
            <a:t>.</a:t>
          </a:r>
          <a:endParaRPr lang="en-US" dirty="0"/>
        </a:p>
      </dgm:t>
    </dgm:pt>
    <dgm:pt modelId="{60AE1F24-4E1A-422B-BD33-3B52D32E0AB7}" type="parTrans" cxnId="{54449DA8-C5A2-4AE5-A7E5-AB6D48CE257D}">
      <dgm:prSet/>
      <dgm:spPr/>
      <dgm:t>
        <a:bodyPr/>
        <a:lstStyle/>
        <a:p>
          <a:endParaRPr lang="en-US"/>
        </a:p>
      </dgm:t>
    </dgm:pt>
    <dgm:pt modelId="{32B8F49A-268C-4804-8ABE-64BFAC9EC17D}" type="sibTrans" cxnId="{54449DA8-C5A2-4AE5-A7E5-AB6D48CE257D}">
      <dgm:prSet/>
      <dgm:spPr/>
      <dgm:t>
        <a:bodyPr/>
        <a:lstStyle/>
        <a:p>
          <a:endParaRPr lang="en-US"/>
        </a:p>
      </dgm:t>
    </dgm:pt>
    <dgm:pt modelId="{8947ED9A-3D08-4362-9304-CCD7E7D711EE}">
      <dgm:prSet/>
      <dgm:spPr/>
      <dgm:t>
        <a:bodyPr/>
        <a:lstStyle/>
        <a:p>
          <a:r>
            <a:rPr lang="en-US" b="0" dirty="0"/>
            <a:t>The goal </a:t>
          </a:r>
          <a:r>
            <a:rPr lang="en-US" b="0" dirty="0" smtClean="0"/>
            <a:t>is to </a:t>
          </a:r>
          <a:r>
            <a:rPr lang="en-US" b="0" dirty="0"/>
            <a:t>configure pay items, pay periods, time and attendance, and payroll rules to ensure accurate salary, allowance, bonus, incentive, tax, and insurance calculations.</a:t>
          </a:r>
          <a:endParaRPr lang="en-US" dirty="0"/>
        </a:p>
      </dgm:t>
    </dgm:pt>
    <dgm:pt modelId="{E572B59C-CC89-40B6-A751-FD5387D03B8F}" type="parTrans" cxnId="{B9B17B8C-1DF5-4F6C-8BBE-BDDCD3AB4FC8}">
      <dgm:prSet/>
      <dgm:spPr/>
      <dgm:t>
        <a:bodyPr/>
        <a:lstStyle/>
        <a:p>
          <a:endParaRPr lang="en-US"/>
        </a:p>
      </dgm:t>
    </dgm:pt>
    <dgm:pt modelId="{20924549-8289-4683-83BB-D9A434F88C0F}" type="sibTrans" cxnId="{B9B17B8C-1DF5-4F6C-8BBE-BDDCD3AB4FC8}">
      <dgm:prSet/>
      <dgm:spPr/>
      <dgm:t>
        <a:bodyPr/>
        <a:lstStyle/>
        <a:p>
          <a:endParaRPr lang="en-US"/>
        </a:p>
      </dgm:t>
    </dgm:pt>
    <dgm:pt modelId="{F3E2373C-C970-4E82-9A18-6820FADDD39D}">
      <dgm:prSet/>
      <dgm:spPr/>
      <dgm:t>
        <a:bodyPr/>
        <a:lstStyle/>
        <a:p>
          <a:r>
            <a:rPr lang="en-US" b="0" dirty="0"/>
            <a:t>The project also </a:t>
          </a:r>
          <a:r>
            <a:rPr lang="en-US" b="0" dirty="0" smtClean="0"/>
            <a:t>aims </a:t>
          </a:r>
          <a:r>
            <a:rPr lang="en-US" b="0" dirty="0"/>
            <a:t>to produce correct pay statements through end-to-end payroll processing.</a:t>
          </a:r>
          <a:endParaRPr lang="en-US" dirty="0"/>
        </a:p>
      </dgm:t>
    </dgm:pt>
    <dgm:pt modelId="{81AAA748-E241-4A97-9070-001BDC4ED6E0}" type="parTrans" cxnId="{891E05FD-8DAD-4F95-8F33-E8B3C6C9B136}">
      <dgm:prSet/>
      <dgm:spPr/>
      <dgm:t>
        <a:bodyPr/>
        <a:lstStyle/>
        <a:p>
          <a:endParaRPr lang="en-US"/>
        </a:p>
      </dgm:t>
    </dgm:pt>
    <dgm:pt modelId="{76CD30F2-A25F-4A64-9B23-D46784F69BD2}" type="sibTrans" cxnId="{891E05FD-8DAD-4F95-8F33-E8B3C6C9B136}">
      <dgm:prSet/>
      <dgm:spPr/>
      <dgm:t>
        <a:bodyPr/>
        <a:lstStyle/>
        <a:p>
          <a:endParaRPr lang="en-US"/>
        </a:p>
      </dgm:t>
    </dgm:pt>
    <dgm:pt modelId="{0660D952-2447-43E0-BC0E-653023BF3087}" type="pres">
      <dgm:prSet presAssocID="{CEB3D046-85D0-44ED-A6C9-CA7A11CB4C07}" presName="hierChild1" presStyleCnt="0">
        <dgm:presLayoutVars>
          <dgm:chPref val="1"/>
          <dgm:dir/>
          <dgm:animOne val="branch"/>
          <dgm:animLvl val="lvl"/>
          <dgm:resizeHandles/>
        </dgm:presLayoutVars>
      </dgm:prSet>
      <dgm:spPr/>
      <dgm:t>
        <a:bodyPr/>
        <a:lstStyle/>
        <a:p>
          <a:endParaRPr lang="en-US"/>
        </a:p>
      </dgm:t>
    </dgm:pt>
    <dgm:pt modelId="{41001B4B-9E9E-40BB-A42C-7F7024C58352}" type="pres">
      <dgm:prSet presAssocID="{92A9EA86-C25B-49B5-B01D-7A8EB409F2DD}" presName="hierRoot1" presStyleCnt="0"/>
      <dgm:spPr/>
    </dgm:pt>
    <dgm:pt modelId="{251C85B3-F12B-4B8B-AA8C-024127C53828}" type="pres">
      <dgm:prSet presAssocID="{92A9EA86-C25B-49B5-B01D-7A8EB409F2DD}" presName="composite" presStyleCnt="0"/>
      <dgm:spPr/>
    </dgm:pt>
    <dgm:pt modelId="{105ED5AE-09D2-4678-84AC-42E604B6A40B}" type="pres">
      <dgm:prSet presAssocID="{92A9EA86-C25B-49B5-B01D-7A8EB409F2DD}" presName="background" presStyleLbl="node0" presStyleIdx="0" presStyleCnt="3"/>
      <dgm:spPr/>
    </dgm:pt>
    <dgm:pt modelId="{D1530C3F-F53B-4FC9-AFAF-F984D728BB39}" type="pres">
      <dgm:prSet presAssocID="{92A9EA86-C25B-49B5-B01D-7A8EB409F2DD}" presName="text" presStyleLbl="fgAcc0" presStyleIdx="0" presStyleCnt="3">
        <dgm:presLayoutVars>
          <dgm:chPref val="3"/>
        </dgm:presLayoutVars>
      </dgm:prSet>
      <dgm:spPr/>
      <dgm:t>
        <a:bodyPr/>
        <a:lstStyle/>
        <a:p>
          <a:endParaRPr lang="en-US"/>
        </a:p>
      </dgm:t>
    </dgm:pt>
    <dgm:pt modelId="{7A394830-415C-4E38-8543-6888CE5AE24A}" type="pres">
      <dgm:prSet presAssocID="{92A9EA86-C25B-49B5-B01D-7A8EB409F2DD}" presName="hierChild2" presStyleCnt="0"/>
      <dgm:spPr/>
    </dgm:pt>
    <dgm:pt modelId="{2A25F02A-FF0B-4C0B-BB7F-A6C9CE88B5F8}" type="pres">
      <dgm:prSet presAssocID="{8947ED9A-3D08-4362-9304-CCD7E7D711EE}" presName="hierRoot1" presStyleCnt="0"/>
      <dgm:spPr/>
    </dgm:pt>
    <dgm:pt modelId="{E36A234D-669D-44C7-8E13-2DBD9CE5B631}" type="pres">
      <dgm:prSet presAssocID="{8947ED9A-3D08-4362-9304-CCD7E7D711EE}" presName="composite" presStyleCnt="0"/>
      <dgm:spPr/>
    </dgm:pt>
    <dgm:pt modelId="{95F800A4-596E-41C2-8D8C-65D1532AA9E1}" type="pres">
      <dgm:prSet presAssocID="{8947ED9A-3D08-4362-9304-CCD7E7D711EE}" presName="background" presStyleLbl="node0" presStyleIdx="1" presStyleCnt="3"/>
      <dgm:spPr/>
    </dgm:pt>
    <dgm:pt modelId="{109E85D6-FDFC-40B9-B876-9682EC18774D}" type="pres">
      <dgm:prSet presAssocID="{8947ED9A-3D08-4362-9304-CCD7E7D711EE}" presName="text" presStyleLbl="fgAcc0" presStyleIdx="1" presStyleCnt="3">
        <dgm:presLayoutVars>
          <dgm:chPref val="3"/>
        </dgm:presLayoutVars>
      </dgm:prSet>
      <dgm:spPr/>
      <dgm:t>
        <a:bodyPr/>
        <a:lstStyle/>
        <a:p>
          <a:endParaRPr lang="en-US"/>
        </a:p>
      </dgm:t>
    </dgm:pt>
    <dgm:pt modelId="{159C725E-6BD2-4B89-84AA-B682E24277A8}" type="pres">
      <dgm:prSet presAssocID="{8947ED9A-3D08-4362-9304-CCD7E7D711EE}" presName="hierChild2" presStyleCnt="0"/>
      <dgm:spPr/>
    </dgm:pt>
    <dgm:pt modelId="{7DE78631-FE1E-410A-A6BA-2ED7C4E0965F}" type="pres">
      <dgm:prSet presAssocID="{F3E2373C-C970-4E82-9A18-6820FADDD39D}" presName="hierRoot1" presStyleCnt="0"/>
      <dgm:spPr/>
    </dgm:pt>
    <dgm:pt modelId="{7F0C3812-CB30-4E8E-91D2-723A694F6891}" type="pres">
      <dgm:prSet presAssocID="{F3E2373C-C970-4E82-9A18-6820FADDD39D}" presName="composite" presStyleCnt="0"/>
      <dgm:spPr/>
    </dgm:pt>
    <dgm:pt modelId="{D5424DA9-8A28-4A3A-BE8D-25C0A7393A0B}" type="pres">
      <dgm:prSet presAssocID="{F3E2373C-C970-4E82-9A18-6820FADDD39D}" presName="background" presStyleLbl="node0" presStyleIdx="2" presStyleCnt="3"/>
      <dgm:spPr/>
    </dgm:pt>
    <dgm:pt modelId="{830DA453-E11D-465A-94B8-38AC27102F04}" type="pres">
      <dgm:prSet presAssocID="{F3E2373C-C970-4E82-9A18-6820FADDD39D}" presName="text" presStyleLbl="fgAcc0" presStyleIdx="2" presStyleCnt="3">
        <dgm:presLayoutVars>
          <dgm:chPref val="3"/>
        </dgm:presLayoutVars>
      </dgm:prSet>
      <dgm:spPr/>
      <dgm:t>
        <a:bodyPr/>
        <a:lstStyle/>
        <a:p>
          <a:endParaRPr lang="en-US"/>
        </a:p>
      </dgm:t>
    </dgm:pt>
    <dgm:pt modelId="{66DC1D17-604E-4F1C-9200-56ACC4D8631A}" type="pres">
      <dgm:prSet presAssocID="{F3E2373C-C970-4E82-9A18-6820FADDD39D}" presName="hierChild2" presStyleCnt="0"/>
      <dgm:spPr/>
    </dgm:pt>
  </dgm:ptLst>
  <dgm:cxnLst>
    <dgm:cxn modelId="{38A14953-B1AA-412A-A944-6E4B224A416B}" type="presOf" srcId="{CEB3D046-85D0-44ED-A6C9-CA7A11CB4C07}" destId="{0660D952-2447-43E0-BC0E-653023BF3087}" srcOrd="0" destOrd="0" presId="urn:microsoft.com/office/officeart/2005/8/layout/hierarchy1"/>
    <dgm:cxn modelId="{54449DA8-C5A2-4AE5-A7E5-AB6D48CE257D}" srcId="{CEB3D046-85D0-44ED-A6C9-CA7A11CB4C07}" destId="{92A9EA86-C25B-49B5-B01D-7A8EB409F2DD}" srcOrd="0" destOrd="0" parTransId="{60AE1F24-4E1A-422B-BD33-3B52D32E0AB7}" sibTransId="{32B8F49A-268C-4804-8ABE-64BFAC9EC17D}"/>
    <dgm:cxn modelId="{1F0A75C8-FD0E-4B6A-83B4-B7073FA82FE8}" type="presOf" srcId="{F3E2373C-C970-4E82-9A18-6820FADDD39D}" destId="{830DA453-E11D-465A-94B8-38AC27102F04}" srcOrd="0" destOrd="0" presId="urn:microsoft.com/office/officeart/2005/8/layout/hierarchy1"/>
    <dgm:cxn modelId="{B9B17B8C-1DF5-4F6C-8BBE-BDDCD3AB4FC8}" srcId="{CEB3D046-85D0-44ED-A6C9-CA7A11CB4C07}" destId="{8947ED9A-3D08-4362-9304-CCD7E7D711EE}" srcOrd="1" destOrd="0" parTransId="{E572B59C-CC89-40B6-A751-FD5387D03B8F}" sibTransId="{20924549-8289-4683-83BB-D9A434F88C0F}"/>
    <dgm:cxn modelId="{19C3B51D-FCAC-4997-B97E-68668DBC38E6}" type="presOf" srcId="{92A9EA86-C25B-49B5-B01D-7A8EB409F2DD}" destId="{D1530C3F-F53B-4FC9-AFAF-F984D728BB39}" srcOrd="0" destOrd="0" presId="urn:microsoft.com/office/officeart/2005/8/layout/hierarchy1"/>
    <dgm:cxn modelId="{CBB281D7-214E-420F-9515-CC8E94CA64E0}" type="presOf" srcId="{8947ED9A-3D08-4362-9304-CCD7E7D711EE}" destId="{109E85D6-FDFC-40B9-B876-9682EC18774D}" srcOrd="0" destOrd="0" presId="urn:microsoft.com/office/officeart/2005/8/layout/hierarchy1"/>
    <dgm:cxn modelId="{891E05FD-8DAD-4F95-8F33-E8B3C6C9B136}" srcId="{CEB3D046-85D0-44ED-A6C9-CA7A11CB4C07}" destId="{F3E2373C-C970-4E82-9A18-6820FADDD39D}" srcOrd="2" destOrd="0" parTransId="{81AAA748-E241-4A97-9070-001BDC4ED6E0}" sibTransId="{76CD30F2-A25F-4A64-9B23-D46784F69BD2}"/>
    <dgm:cxn modelId="{7DEAAD9E-E48E-48E7-8C4F-F112F26829D2}" type="presParOf" srcId="{0660D952-2447-43E0-BC0E-653023BF3087}" destId="{41001B4B-9E9E-40BB-A42C-7F7024C58352}" srcOrd="0" destOrd="0" presId="urn:microsoft.com/office/officeart/2005/8/layout/hierarchy1"/>
    <dgm:cxn modelId="{E6156EC9-DF32-4454-A98F-AA36AD4BB4F7}" type="presParOf" srcId="{41001B4B-9E9E-40BB-A42C-7F7024C58352}" destId="{251C85B3-F12B-4B8B-AA8C-024127C53828}" srcOrd="0" destOrd="0" presId="urn:microsoft.com/office/officeart/2005/8/layout/hierarchy1"/>
    <dgm:cxn modelId="{CDDD9D4D-26BB-4755-8941-4F263EF32834}" type="presParOf" srcId="{251C85B3-F12B-4B8B-AA8C-024127C53828}" destId="{105ED5AE-09D2-4678-84AC-42E604B6A40B}" srcOrd="0" destOrd="0" presId="urn:microsoft.com/office/officeart/2005/8/layout/hierarchy1"/>
    <dgm:cxn modelId="{E208198E-9021-49A3-A24C-385C23CE4716}" type="presParOf" srcId="{251C85B3-F12B-4B8B-AA8C-024127C53828}" destId="{D1530C3F-F53B-4FC9-AFAF-F984D728BB39}" srcOrd="1" destOrd="0" presId="urn:microsoft.com/office/officeart/2005/8/layout/hierarchy1"/>
    <dgm:cxn modelId="{C7220C5C-19EF-47CC-862D-63EBA7BEE4AE}" type="presParOf" srcId="{41001B4B-9E9E-40BB-A42C-7F7024C58352}" destId="{7A394830-415C-4E38-8543-6888CE5AE24A}" srcOrd="1" destOrd="0" presId="urn:microsoft.com/office/officeart/2005/8/layout/hierarchy1"/>
    <dgm:cxn modelId="{E6DF1DC7-5DBC-41CD-AA09-BDE790D1E396}" type="presParOf" srcId="{0660D952-2447-43E0-BC0E-653023BF3087}" destId="{2A25F02A-FF0B-4C0B-BB7F-A6C9CE88B5F8}" srcOrd="1" destOrd="0" presId="urn:microsoft.com/office/officeart/2005/8/layout/hierarchy1"/>
    <dgm:cxn modelId="{315CF683-3384-4C5C-97C5-E00865C8C5CB}" type="presParOf" srcId="{2A25F02A-FF0B-4C0B-BB7F-A6C9CE88B5F8}" destId="{E36A234D-669D-44C7-8E13-2DBD9CE5B631}" srcOrd="0" destOrd="0" presId="urn:microsoft.com/office/officeart/2005/8/layout/hierarchy1"/>
    <dgm:cxn modelId="{779394B4-BC8C-4D76-AF8E-743A06AA6C7B}" type="presParOf" srcId="{E36A234D-669D-44C7-8E13-2DBD9CE5B631}" destId="{95F800A4-596E-41C2-8D8C-65D1532AA9E1}" srcOrd="0" destOrd="0" presId="urn:microsoft.com/office/officeart/2005/8/layout/hierarchy1"/>
    <dgm:cxn modelId="{50463064-F333-4CA6-8934-62FEC3541A70}" type="presParOf" srcId="{E36A234D-669D-44C7-8E13-2DBD9CE5B631}" destId="{109E85D6-FDFC-40B9-B876-9682EC18774D}" srcOrd="1" destOrd="0" presId="urn:microsoft.com/office/officeart/2005/8/layout/hierarchy1"/>
    <dgm:cxn modelId="{683B0E3D-A5BD-49F1-B216-BC2A13435833}" type="presParOf" srcId="{2A25F02A-FF0B-4C0B-BB7F-A6C9CE88B5F8}" destId="{159C725E-6BD2-4B89-84AA-B682E24277A8}" srcOrd="1" destOrd="0" presId="urn:microsoft.com/office/officeart/2005/8/layout/hierarchy1"/>
    <dgm:cxn modelId="{9C00B535-BBB5-4452-9B6C-897AD531AEDD}" type="presParOf" srcId="{0660D952-2447-43E0-BC0E-653023BF3087}" destId="{7DE78631-FE1E-410A-A6BA-2ED7C4E0965F}" srcOrd="2" destOrd="0" presId="urn:microsoft.com/office/officeart/2005/8/layout/hierarchy1"/>
    <dgm:cxn modelId="{14BDA4EC-C8B8-4425-80DE-FFD744C46D2E}" type="presParOf" srcId="{7DE78631-FE1E-410A-A6BA-2ED7C4E0965F}" destId="{7F0C3812-CB30-4E8E-91D2-723A694F6891}" srcOrd="0" destOrd="0" presId="urn:microsoft.com/office/officeart/2005/8/layout/hierarchy1"/>
    <dgm:cxn modelId="{54843901-F0DE-4985-B3F1-384CFFBEA8D0}" type="presParOf" srcId="{7F0C3812-CB30-4E8E-91D2-723A694F6891}" destId="{D5424DA9-8A28-4A3A-BE8D-25C0A7393A0B}" srcOrd="0" destOrd="0" presId="urn:microsoft.com/office/officeart/2005/8/layout/hierarchy1"/>
    <dgm:cxn modelId="{39B0B0BC-ABA0-4314-B48D-DFA97873F9DC}" type="presParOf" srcId="{7F0C3812-CB30-4E8E-91D2-723A694F6891}" destId="{830DA453-E11D-465A-94B8-38AC27102F04}" srcOrd="1" destOrd="0" presId="urn:microsoft.com/office/officeart/2005/8/layout/hierarchy1"/>
    <dgm:cxn modelId="{0095F099-A2E3-4798-B7F5-2CF4D360781D}" type="presParOf" srcId="{7DE78631-FE1E-410A-A6BA-2ED7C4E0965F}" destId="{66DC1D17-604E-4F1C-9200-56ACC4D8631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E1A0017-ADA8-423C-AE3F-E3324F8A5A29}" type="doc">
      <dgm:prSet loTypeId="urn:microsoft.com/office/officeart/2016/7/layout/RepeatingBendingProcessNew" loCatId="process" qsTypeId="urn:microsoft.com/office/officeart/2005/8/quickstyle/simple1" qsCatId="simple" csTypeId="urn:microsoft.com/office/officeart/2005/8/colors/accent2_2" csCatId="accent2"/>
      <dgm:spPr/>
      <dgm:t>
        <a:bodyPr/>
        <a:lstStyle/>
        <a:p>
          <a:endParaRPr lang="en-US"/>
        </a:p>
      </dgm:t>
    </dgm:pt>
    <dgm:pt modelId="{73848190-75E1-42F1-A92D-2534ACA7080A}">
      <dgm:prSet/>
      <dgm:spPr/>
      <dgm:t>
        <a:bodyPr/>
        <a:lstStyle/>
        <a:p>
          <a:r>
            <a:rPr lang="en-US" b="1"/>
            <a:t>1. Requirement Understanding</a:t>
          </a:r>
          <a:endParaRPr lang="en-US"/>
        </a:p>
      </dgm:t>
    </dgm:pt>
    <dgm:pt modelId="{07C4CF33-FEB0-42C5-8AB6-826D6C5D1A0F}" type="parTrans" cxnId="{43598095-A483-4D83-8CEB-856D5E3BC730}">
      <dgm:prSet/>
      <dgm:spPr/>
      <dgm:t>
        <a:bodyPr/>
        <a:lstStyle/>
        <a:p>
          <a:endParaRPr lang="en-US"/>
        </a:p>
      </dgm:t>
    </dgm:pt>
    <dgm:pt modelId="{A74626E1-3F6E-4818-9F54-859EA1A00D16}" type="sibTrans" cxnId="{43598095-A483-4D83-8CEB-856D5E3BC730}">
      <dgm:prSet/>
      <dgm:spPr/>
      <dgm:t>
        <a:bodyPr/>
        <a:lstStyle/>
        <a:p>
          <a:endParaRPr lang="en-US"/>
        </a:p>
      </dgm:t>
    </dgm:pt>
    <dgm:pt modelId="{85F710C0-50BB-4BF7-8943-BF5FA2671EFE}">
      <dgm:prSet/>
      <dgm:spPr/>
      <dgm:t>
        <a:bodyPr/>
        <a:lstStyle/>
        <a:p>
          <a:r>
            <a:rPr lang="en-US"/>
            <a:t>Identified project needs: departments, employees, payroll components</a:t>
          </a:r>
        </a:p>
      </dgm:t>
    </dgm:pt>
    <dgm:pt modelId="{D5547D3D-4EC8-4FBB-BA42-D965F868E84C}" type="parTrans" cxnId="{36958CE5-25D3-4BFB-B2DD-DBC19C555FCB}">
      <dgm:prSet/>
      <dgm:spPr/>
      <dgm:t>
        <a:bodyPr/>
        <a:lstStyle/>
        <a:p>
          <a:endParaRPr lang="en-US"/>
        </a:p>
      </dgm:t>
    </dgm:pt>
    <dgm:pt modelId="{F3235D84-A4B8-4B03-B153-42D55AFF3212}" type="sibTrans" cxnId="{36958CE5-25D3-4BFB-B2DD-DBC19C555FCB}">
      <dgm:prSet/>
      <dgm:spPr/>
      <dgm:t>
        <a:bodyPr/>
        <a:lstStyle/>
        <a:p>
          <a:endParaRPr lang="en-US"/>
        </a:p>
      </dgm:t>
    </dgm:pt>
    <dgm:pt modelId="{F0286FF8-6288-49DA-944C-5888D0C1D600}">
      <dgm:prSet/>
      <dgm:spPr/>
      <dgm:t>
        <a:bodyPr/>
        <a:lstStyle/>
        <a:p>
          <a:r>
            <a:rPr lang="en-US"/>
            <a:t>Defined earnings, deductions, and pay cycles</a:t>
          </a:r>
        </a:p>
      </dgm:t>
    </dgm:pt>
    <dgm:pt modelId="{5EE2A3E3-2B51-4930-8385-1FACD863CF1E}" type="parTrans" cxnId="{EE94EF34-3C57-49FD-939B-0FBE84C4D030}">
      <dgm:prSet/>
      <dgm:spPr/>
      <dgm:t>
        <a:bodyPr/>
        <a:lstStyle/>
        <a:p>
          <a:endParaRPr lang="en-US"/>
        </a:p>
      </dgm:t>
    </dgm:pt>
    <dgm:pt modelId="{015A3708-1750-4910-B2CF-156B7A5A586B}" type="sibTrans" cxnId="{EE94EF34-3C57-49FD-939B-0FBE84C4D030}">
      <dgm:prSet/>
      <dgm:spPr/>
      <dgm:t>
        <a:bodyPr/>
        <a:lstStyle/>
        <a:p>
          <a:endParaRPr lang="en-US"/>
        </a:p>
      </dgm:t>
    </dgm:pt>
    <dgm:pt modelId="{410588D8-66DE-4934-9755-175C21788ABD}">
      <dgm:prSet/>
      <dgm:spPr/>
      <dgm:t>
        <a:bodyPr/>
        <a:lstStyle/>
        <a:p>
          <a:r>
            <a:rPr lang="en-US" b="1"/>
            <a:t>2. System Setup &amp; Configuration</a:t>
          </a:r>
          <a:endParaRPr lang="en-US"/>
        </a:p>
      </dgm:t>
    </dgm:pt>
    <dgm:pt modelId="{B34FC539-E645-4ADC-995A-82876943FC44}" type="parTrans" cxnId="{4811F252-98B6-4499-B46E-C1D914A330E9}">
      <dgm:prSet/>
      <dgm:spPr/>
      <dgm:t>
        <a:bodyPr/>
        <a:lstStyle/>
        <a:p>
          <a:endParaRPr lang="en-US"/>
        </a:p>
      </dgm:t>
    </dgm:pt>
    <dgm:pt modelId="{D90D7F10-5D8B-4F82-894D-131CCD30687B}" type="sibTrans" cxnId="{4811F252-98B6-4499-B46E-C1D914A330E9}">
      <dgm:prSet/>
      <dgm:spPr/>
      <dgm:t>
        <a:bodyPr/>
        <a:lstStyle/>
        <a:p>
          <a:endParaRPr lang="en-US"/>
        </a:p>
      </dgm:t>
    </dgm:pt>
    <dgm:pt modelId="{BB72C77C-F090-4D61-93D7-86FE4E80AD05}">
      <dgm:prSet/>
      <dgm:spPr/>
      <dgm:t>
        <a:bodyPr/>
        <a:lstStyle/>
        <a:p>
          <a:r>
            <a:rPr lang="en-US"/>
            <a:t>Created organizational structure (2 departments)</a:t>
          </a:r>
        </a:p>
      </dgm:t>
    </dgm:pt>
    <dgm:pt modelId="{6ECABD16-C496-47CE-A658-F0E120C74A14}" type="parTrans" cxnId="{DAF4435E-B1C6-4066-8F02-B9C1B8830F96}">
      <dgm:prSet/>
      <dgm:spPr/>
      <dgm:t>
        <a:bodyPr/>
        <a:lstStyle/>
        <a:p>
          <a:endParaRPr lang="en-US"/>
        </a:p>
      </dgm:t>
    </dgm:pt>
    <dgm:pt modelId="{3B2728FC-3149-4836-945D-03DB44EF0E2B}" type="sibTrans" cxnId="{DAF4435E-B1C6-4066-8F02-B9C1B8830F96}">
      <dgm:prSet/>
      <dgm:spPr/>
      <dgm:t>
        <a:bodyPr/>
        <a:lstStyle/>
        <a:p>
          <a:endParaRPr lang="en-US"/>
        </a:p>
      </dgm:t>
    </dgm:pt>
    <dgm:pt modelId="{3DED4427-D396-40BF-B97A-FB8DBAD2349E}">
      <dgm:prSet/>
      <dgm:spPr/>
      <dgm:t>
        <a:bodyPr/>
        <a:lstStyle/>
        <a:p>
          <a:r>
            <a:rPr lang="en-US"/>
            <a:t>Added 10 employees</a:t>
          </a:r>
        </a:p>
      </dgm:t>
    </dgm:pt>
    <dgm:pt modelId="{8954B102-BEEE-4AF6-AC1D-4067127DDACC}" type="parTrans" cxnId="{4E5CDF1A-8282-400C-894B-06AE1FA6DE02}">
      <dgm:prSet/>
      <dgm:spPr/>
      <dgm:t>
        <a:bodyPr/>
        <a:lstStyle/>
        <a:p>
          <a:endParaRPr lang="en-US"/>
        </a:p>
      </dgm:t>
    </dgm:pt>
    <dgm:pt modelId="{CC4A527B-2840-4A7E-BBC2-D473448A783D}" type="sibTrans" cxnId="{4E5CDF1A-8282-400C-894B-06AE1FA6DE02}">
      <dgm:prSet/>
      <dgm:spPr/>
      <dgm:t>
        <a:bodyPr/>
        <a:lstStyle/>
        <a:p>
          <a:endParaRPr lang="en-US"/>
        </a:p>
      </dgm:t>
    </dgm:pt>
    <dgm:pt modelId="{B997A12F-BD14-4C8B-8FF8-F2AD5935F9B3}">
      <dgm:prSet/>
      <dgm:spPr/>
      <dgm:t>
        <a:bodyPr/>
        <a:lstStyle/>
        <a:p>
          <a:r>
            <a:rPr lang="en-US"/>
            <a:t>Configured pay periods and pay items (salary, bonus, allowance, overtime, tax, insurance)</a:t>
          </a:r>
        </a:p>
      </dgm:t>
    </dgm:pt>
    <dgm:pt modelId="{EA884E2F-55B4-4D28-8A77-ACEC07E32C96}" type="parTrans" cxnId="{9B92DAF0-101D-4770-AAA8-7F9C46FE6658}">
      <dgm:prSet/>
      <dgm:spPr/>
      <dgm:t>
        <a:bodyPr/>
        <a:lstStyle/>
        <a:p>
          <a:endParaRPr lang="en-US"/>
        </a:p>
      </dgm:t>
    </dgm:pt>
    <dgm:pt modelId="{94606B33-D895-4477-B1F6-FC0EB1198DF6}" type="sibTrans" cxnId="{9B92DAF0-101D-4770-AAA8-7F9C46FE6658}">
      <dgm:prSet/>
      <dgm:spPr/>
      <dgm:t>
        <a:bodyPr/>
        <a:lstStyle/>
        <a:p>
          <a:endParaRPr lang="en-US"/>
        </a:p>
      </dgm:t>
    </dgm:pt>
    <dgm:pt modelId="{AC82D100-BEF9-4D15-AD46-07BB78716795}">
      <dgm:prSet/>
      <dgm:spPr/>
      <dgm:t>
        <a:bodyPr/>
        <a:lstStyle/>
        <a:p>
          <a:r>
            <a:rPr lang="en-US" b="1"/>
            <a:t>3. Time &amp; Attendance Setup</a:t>
          </a:r>
          <a:endParaRPr lang="en-US"/>
        </a:p>
      </dgm:t>
    </dgm:pt>
    <dgm:pt modelId="{BEC778B2-06E2-4735-BD39-CCAD9603E28D}" type="parTrans" cxnId="{16208C9B-AE41-4CDB-9C3C-EAFF1CE84669}">
      <dgm:prSet/>
      <dgm:spPr/>
      <dgm:t>
        <a:bodyPr/>
        <a:lstStyle/>
        <a:p>
          <a:endParaRPr lang="en-US"/>
        </a:p>
      </dgm:t>
    </dgm:pt>
    <dgm:pt modelId="{FA446CD7-AA39-454D-BFCA-27F379D2DF77}" type="sibTrans" cxnId="{16208C9B-AE41-4CDB-9C3C-EAFF1CE84669}">
      <dgm:prSet/>
      <dgm:spPr/>
      <dgm:t>
        <a:bodyPr/>
        <a:lstStyle/>
        <a:p>
          <a:endParaRPr lang="en-US"/>
        </a:p>
      </dgm:t>
    </dgm:pt>
    <dgm:pt modelId="{CB6FA493-111F-4AEA-88C5-9056BE779440}">
      <dgm:prSet/>
      <dgm:spPr/>
      <dgm:t>
        <a:bodyPr/>
        <a:lstStyle/>
        <a:p>
          <a:r>
            <a:rPr lang="en-US"/>
            <a:t>Enabled time &amp; attendance module</a:t>
          </a:r>
        </a:p>
      </dgm:t>
    </dgm:pt>
    <dgm:pt modelId="{DB134F84-0F32-465E-8BC2-29AA560B5A75}" type="parTrans" cxnId="{3393ED99-0E3E-4A08-9617-E6406AC93E81}">
      <dgm:prSet/>
      <dgm:spPr/>
      <dgm:t>
        <a:bodyPr/>
        <a:lstStyle/>
        <a:p>
          <a:endParaRPr lang="en-US"/>
        </a:p>
      </dgm:t>
    </dgm:pt>
    <dgm:pt modelId="{A551997A-8050-44D5-81D9-5E54B0BDC023}" type="sibTrans" cxnId="{3393ED99-0E3E-4A08-9617-E6406AC93E81}">
      <dgm:prSet/>
      <dgm:spPr/>
      <dgm:t>
        <a:bodyPr/>
        <a:lstStyle/>
        <a:p>
          <a:endParaRPr lang="en-US"/>
        </a:p>
      </dgm:t>
    </dgm:pt>
    <dgm:pt modelId="{61772935-C0C6-41AF-908B-C1D8BDD90EBC}">
      <dgm:prSet/>
      <dgm:spPr/>
      <dgm:t>
        <a:bodyPr/>
        <a:lstStyle/>
        <a:p>
          <a:r>
            <a:rPr lang="en-US"/>
            <a:t>Linked attendance transactions to all employees</a:t>
          </a:r>
        </a:p>
      </dgm:t>
    </dgm:pt>
    <dgm:pt modelId="{58AE3368-D338-432B-8AC7-C3FF59B1295B}" type="parTrans" cxnId="{38828E2B-6884-40BF-A801-05C0B937FC20}">
      <dgm:prSet/>
      <dgm:spPr/>
      <dgm:t>
        <a:bodyPr/>
        <a:lstStyle/>
        <a:p>
          <a:endParaRPr lang="en-US"/>
        </a:p>
      </dgm:t>
    </dgm:pt>
    <dgm:pt modelId="{77293806-96AB-4DE9-B4BF-2748D0F38C4B}" type="sibTrans" cxnId="{38828E2B-6884-40BF-A801-05C0B937FC20}">
      <dgm:prSet/>
      <dgm:spPr/>
      <dgm:t>
        <a:bodyPr/>
        <a:lstStyle/>
        <a:p>
          <a:endParaRPr lang="en-US"/>
        </a:p>
      </dgm:t>
    </dgm:pt>
    <dgm:pt modelId="{6E70A38E-2C30-442E-8FFF-6DCC1CC81FA5}">
      <dgm:prSet/>
      <dgm:spPr/>
      <dgm:t>
        <a:bodyPr/>
        <a:lstStyle/>
        <a:p>
          <a:r>
            <a:rPr lang="en-US" b="1"/>
            <a:t>4. Payroll Processing</a:t>
          </a:r>
          <a:endParaRPr lang="en-US"/>
        </a:p>
      </dgm:t>
    </dgm:pt>
    <dgm:pt modelId="{A24D320C-1C8B-43C1-9F54-BA03218F2F0E}" type="parTrans" cxnId="{7EC931DD-0D0A-47DB-B556-5D7E74D46716}">
      <dgm:prSet/>
      <dgm:spPr/>
      <dgm:t>
        <a:bodyPr/>
        <a:lstStyle/>
        <a:p>
          <a:endParaRPr lang="en-US"/>
        </a:p>
      </dgm:t>
    </dgm:pt>
    <dgm:pt modelId="{FAF67AC0-3724-4B74-B806-24F68A9ECD25}" type="sibTrans" cxnId="{7EC931DD-0D0A-47DB-B556-5D7E74D46716}">
      <dgm:prSet/>
      <dgm:spPr/>
      <dgm:t>
        <a:bodyPr/>
        <a:lstStyle/>
        <a:p>
          <a:endParaRPr lang="en-US"/>
        </a:p>
      </dgm:t>
    </dgm:pt>
    <dgm:pt modelId="{90C5F13D-7E6E-47A0-ADC6-2439E3424B94}">
      <dgm:prSet/>
      <dgm:spPr/>
      <dgm:t>
        <a:bodyPr/>
        <a:lstStyle/>
        <a:p>
          <a:r>
            <a:rPr lang="en-US"/>
            <a:t>Executed payroll runs using configured pay periods</a:t>
          </a:r>
        </a:p>
      </dgm:t>
    </dgm:pt>
    <dgm:pt modelId="{327AD08B-5768-41DC-B6F1-971174CB5866}" type="parTrans" cxnId="{925397AC-E72F-46CC-8DE2-7DD46990C472}">
      <dgm:prSet/>
      <dgm:spPr/>
      <dgm:t>
        <a:bodyPr/>
        <a:lstStyle/>
        <a:p>
          <a:endParaRPr lang="en-US"/>
        </a:p>
      </dgm:t>
    </dgm:pt>
    <dgm:pt modelId="{6B8F4446-8E5A-428D-88C8-B40315A497E3}" type="sibTrans" cxnId="{925397AC-E72F-46CC-8DE2-7DD46990C472}">
      <dgm:prSet/>
      <dgm:spPr/>
      <dgm:t>
        <a:bodyPr/>
        <a:lstStyle/>
        <a:p>
          <a:endParaRPr lang="en-US"/>
        </a:p>
      </dgm:t>
    </dgm:pt>
    <dgm:pt modelId="{C0D20A65-99F3-43AD-B61D-5C65F5135FBB}">
      <dgm:prSet/>
      <dgm:spPr/>
      <dgm:t>
        <a:bodyPr/>
        <a:lstStyle/>
        <a:p>
          <a:r>
            <a:rPr lang="en-US"/>
            <a:t>Calculated gross-to-net salaries</a:t>
          </a:r>
        </a:p>
      </dgm:t>
    </dgm:pt>
    <dgm:pt modelId="{C375069F-B2CA-44FD-ABCF-A56C34A37E34}" type="parTrans" cxnId="{5445E47C-7179-4F2E-89C5-92DE579B7CB2}">
      <dgm:prSet/>
      <dgm:spPr/>
      <dgm:t>
        <a:bodyPr/>
        <a:lstStyle/>
        <a:p>
          <a:endParaRPr lang="en-US"/>
        </a:p>
      </dgm:t>
    </dgm:pt>
    <dgm:pt modelId="{499A09A6-B576-4424-84E9-66D10E54AE83}" type="sibTrans" cxnId="{5445E47C-7179-4F2E-89C5-92DE579B7CB2}">
      <dgm:prSet/>
      <dgm:spPr/>
      <dgm:t>
        <a:bodyPr/>
        <a:lstStyle/>
        <a:p>
          <a:endParaRPr lang="en-US"/>
        </a:p>
      </dgm:t>
    </dgm:pt>
    <dgm:pt modelId="{A129AFAB-AF95-4D99-955E-33FEF32AB705}">
      <dgm:prSet/>
      <dgm:spPr/>
      <dgm:t>
        <a:bodyPr/>
        <a:lstStyle/>
        <a:p>
          <a:r>
            <a:rPr lang="en-US" b="1"/>
            <a:t>5. Validation &amp; Testing</a:t>
          </a:r>
          <a:endParaRPr lang="en-US"/>
        </a:p>
      </dgm:t>
    </dgm:pt>
    <dgm:pt modelId="{6EF67888-94D8-427C-9937-BC71D36D7E10}" type="parTrans" cxnId="{36E9D9BD-7ACB-4D9B-AFF8-95ADD5BF0452}">
      <dgm:prSet/>
      <dgm:spPr/>
      <dgm:t>
        <a:bodyPr/>
        <a:lstStyle/>
        <a:p>
          <a:endParaRPr lang="en-US"/>
        </a:p>
      </dgm:t>
    </dgm:pt>
    <dgm:pt modelId="{1011DF29-40CD-4451-9DF9-FC3A7A8E6B2C}" type="sibTrans" cxnId="{36E9D9BD-7ACB-4D9B-AFF8-95ADD5BF0452}">
      <dgm:prSet/>
      <dgm:spPr/>
      <dgm:t>
        <a:bodyPr/>
        <a:lstStyle/>
        <a:p>
          <a:endParaRPr lang="en-US"/>
        </a:p>
      </dgm:t>
    </dgm:pt>
    <dgm:pt modelId="{3496DC29-15DC-46DB-B7CB-5DD4B3054AF9}">
      <dgm:prSet/>
      <dgm:spPr/>
      <dgm:t>
        <a:bodyPr/>
        <a:lstStyle/>
        <a:p>
          <a:r>
            <a:rPr lang="en-US"/>
            <a:t>Verified earnings, deductions, and overtime</a:t>
          </a:r>
        </a:p>
      </dgm:t>
    </dgm:pt>
    <dgm:pt modelId="{18CD635E-A200-4AF7-9803-F1D5A22561A0}" type="parTrans" cxnId="{8B07BDF2-BA67-4A7B-97DD-5FF1DCCEE210}">
      <dgm:prSet/>
      <dgm:spPr/>
      <dgm:t>
        <a:bodyPr/>
        <a:lstStyle/>
        <a:p>
          <a:endParaRPr lang="en-US"/>
        </a:p>
      </dgm:t>
    </dgm:pt>
    <dgm:pt modelId="{9BB1775F-E0DC-4875-B849-A22A2AB64E98}" type="sibTrans" cxnId="{8B07BDF2-BA67-4A7B-97DD-5FF1DCCEE210}">
      <dgm:prSet/>
      <dgm:spPr/>
      <dgm:t>
        <a:bodyPr/>
        <a:lstStyle/>
        <a:p>
          <a:endParaRPr lang="en-US"/>
        </a:p>
      </dgm:t>
    </dgm:pt>
    <dgm:pt modelId="{D4D672CC-4CA0-4B53-83F4-898BD389EE1A}">
      <dgm:prSet/>
      <dgm:spPr/>
      <dgm:t>
        <a:bodyPr/>
        <a:lstStyle/>
        <a:p>
          <a:r>
            <a:rPr lang="en-US"/>
            <a:t>Checked accuracy for all 10 employees</a:t>
          </a:r>
        </a:p>
      </dgm:t>
    </dgm:pt>
    <dgm:pt modelId="{16286A65-0552-4754-AC4F-F5B75817CF0B}" type="parTrans" cxnId="{644D0814-5086-4863-B70F-325FFDA5F52E}">
      <dgm:prSet/>
      <dgm:spPr/>
      <dgm:t>
        <a:bodyPr/>
        <a:lstStyle/>
        <a:p>
          <a:endParaRPr lang="en-US"/>
        </a:p>
      </dgm:t>
    </dgm:pt>
    <dgm:pt modelId="{867C5BA5-91D5-4950-80E4-C3D3CB4BDD32}" type="sibTrans" cxnId="{644D0814-5086-4863-B70F-325FFDA5F52E}">
      <dgm:prSet/>
      <dgm:spPr/>
      <dgm:t>
        <a:bodyPr/>
        <a:lstStyle/>
        <a:p>
          <a:endParaRPr lang="en-US"/>
        </a:p>
      </dgm:t>
    </dgm:pt>
    <dgm:pt modelId="{63457447-9262-4144-B799-F3F50427D2C4}">
      <dgm:prSet/>
      <dgm:spPr/>
      <dgm:t>
        <a:bodyPr/>
        <a:lstStyle/>
        <a:p>
          <a:r>
            <a:rPr lang="en-US" b="1"/>
            <a:t>6. Pay Statement Generation</a:t>
          </a:r>
          <a:endParaRPr lang="en-US"/>
        </a:p>
      </dgm:t>
    </dgm:pt>
    <dgm:pt modelId="{FCAB43A8-9DDB-4748-B580-DE674424A2A9}" type="parTrans" cxnId="{4CA54686-4A45-4F21-8A9D-DA07754570C4}">
      <dgm:prSet/>
      <dgm:spPr/>
      <dgm:t>
        <a:bodyPr/>
        <a:lstStyle/>
        <a:p>
          <a:endParaRPr lang="en-US"/>
        </a:p>
      </dgm:t>
    </dgm:pt>
    <dgm:pt modelId="{AACEE8AE-2C48-414C-9E06-00347F9D45F2}" type="sibTrans" cxnId="{4CA54686-4A45-4F21-8A9D-DA07754570C4}">
      <dgm:prSet/>
      <dgm:spPr/>
      <dgm:t>
        <a:bodyPr/>
        <a:lstStyle/>
        <a:p>
          <a:endParaRPr lang="en-US"/>
        </a:p>
      </dgm:t>
    </dgm:pt>
    <dgm:pt modelId="{0F484D55-FD09-484D-BD18-006AB14C7DE9}">
      <dgm:prSet/>
      <dgm:spPr/>
      <dgm:t>
        <a:bodyPr/>
        <a:lstStyle/>
        <a:p>
          <a:r>
            <a:rPr lang="en-US"/>
            <a:t>Generated individual pay slips</a:t>
          </a:r>
        </a:p>
      </dgm:t>
    </dgm:pt>
    <dgm:pt modelId="{3EB053A7-C874-4510-AFE9-2AB620E5EA88}" type="parTrans" cxnId="{A5B4BAFE-835B-4BCA-9502-40657FD1D22B}">
      <dgm:prSet/>
      <dgm:spPr/>
      <dgm:t>
        <a:bodyPr/>
        <a:lstStyle/>
        <a:p>
          <a:endParaRPr lang="en-US"/>
        </a:p>
      </dgm:t>
    </dgm:pt>
    <dgm:pt modelId="{25393DB4-D1FB-4B29-8464-58C4AD890412}" type="sibTrans" cxnId="{A5B4BAFE-835B-4BCA-9502-40657FD1D22B}">
      <dgm:prSet/>
      <dgm:spPr/>
      <dgm:t>
        <a:bodyPr/>
        <a:lstStyle/>
        <a:p>
          <a:endParaRPr lang="en-US"/>
        </a:p>
      </dgm:t>
    </dgm:pt>
    <dgm:pt modelId="{ECC60A8A-47CE-4D82-9A11-9A03B33B0E8B}">
      <dgm:prSet/>
      <dgm:spPr/>
      <dgm:t>
        <a:bodyPr/>
        <a:lstStyle/>
        <a:p>
          <a:r>
            <a:rPr lang="en-US"/>
            <a:t>Ensured correct earnings, deductions, and net pay</a:t>
          </a:r>
        </a:p>
      </dgm:t>
    </dgm:pt>
    <dgm:pt modelId="{791AEE6A-FDDD-4895-BA7B-DD72A0F185FF}" type="parTrans" cxnId="{FF9C19CA-85AD-474E-86F5-EE2B77FF7C69}">
      <dgm:prSet/>
      <dgm:spPr/>
      <dgm:t>
        <a:bodyPr/>
        <a:lstStyle/>
        <a:p>
          <a:endParaRPr lang="en-US"/>
        </a:p>
      </dgm:t>
    </dgm:pt>
    <dgm:pt modelId="{08D67B3D-D4BC-4CB0-8837-BAB7A430FB30}" type="sibTrans" cxnId="{FF9C19CA-85AD-474E-86F5-EE2B77FF7C69}">
      <dgm:prSet/>
      <dgm:spPr/>
      <dgm:t>
        <a:bodyPr/>
        <a:lstStyle/>
        <a:p>
          <a:endParaRPr lang="en-US"/>
        </a:p>
      </dgm:t>
    </dgm:pt>
    <dgm:pt modelId="{DEAE8113-A061-40C2-996B-FC19F126CBDC}">
      <dgm:prSet/>
      <dgm:spPr/>
      <dgm:t>
        <a:bodyPr/>
        <a:lstStyle/>
        <a:p>
          <a:r>
            <a:rPr lang="en-US" b="1"/>
            <a:t>7. Review &amp; Documentation</a:t>
          </a:r>
          <a:endParaRPr lang="en-US"/>
        </a:p>
      </dgm:t>
    </dgm:pt>
    <dgm:pt modelId="{27F0551D-5E4B-4A9B-82BC-1A0F67C95701}" type="parTrans" cxnId="{7F4A9067-78D9-4E1A-8E0A-10460442F26B}">
      <dgm:prSet/>
      <dgm:spPr/>
      <dgm:t>
        <a:bodyPr/>
        <a:lstStyle/>
        <a:p>
          <a:endParaRPr lang="en-US"/>
        </a:p>
      </dgm:t>
    </dgm:pt>
    <dgm:pt modelId="{6DDAB46C-D12A-46E4-9F91-C46B0D7A5B7C}" type="sibTrans" cxnId="{7F4A9067-78D9-4E1A-8E0A-10460442F26B}">
      <dgm:prSet/>
      <dgm:spPr/>
      <dgm:t>
        <a:bodyPr/>
        <a:lstStyle/>
        <a:p>
          <a:endParaRPr lang="en-US"/>
        </a:p>
      </dgm:t>
    </dgm:pt>
    <dgm:pt modelId="{BC722DA2-8F43-4F5D-88D7-298D5622AC0A}">
      <dgm:prSet/>
      <dgm:spPr/>
      <dgm:t>
        <a:bodyPr/>
        <a:lstStyle/>
        <a:p>
          <a:r>
            <a:rPr lang="en-US"/>
            <a:t>Summarized payroll results</a:t>
          </a:r>
        </a:p>
      </dgm:t>
    </dgm:pt>
    <dgm:pt modelId="{E813E898-EE50-4ED1-8BDD-1DFBF96C2AA4}" type="parTrans" cxnId="{48B2A974-4F32-4912-8AEE-BC3F3886EF1E}">
      <dgm:prSet/>
      <dgm:spPr/>
      <dgm:t>
        <a:bodyPr/>
        <a:lstStyle/>
        <a:p>
          <a:endParaRPr lang="en-US"/>
        </a:p>
      </dgm:t>
    </dgm:pt>
    <dgm:pt modelId="{F148C146-1F31-46E7-A37D-C33C58BA29B3}" type="sibTrans" cxnId="{48B2A974-4F32-4912-8AEE-BC3F3886EF1E}">
      <dgm:prSet/>
      <dgm:spPr/>
      <dgm:t>
        <a:bodyPr/>
        <a:lstStyle/>
        <a:p>
          <a:endParaRPr lang="en-US"/>
        </a:p>
      </dgm:t>
    </dgm:pt>
    <dgm:pt modelId="{A2358368-973D-4496-835D-FC0077C9191A}">
      <dgm:prSet/>
      <dgm:spPr/>
      <dgm:t>
        <a:bodyPr/>
        <a:lstStyle/>
        <a:p>
          <a:r>
            <a:rPr lang="en-US"/>
            <a:t>Prepared final documentation and presentation</a:t>
          </a:r>
        </a:p>
      </dgm:t>
    </dgm:pt>
    <dgm:pt modelId="{D38C2F42-B383-4C3E-BE10-8F2E2182AC79}" type="parTrans" cxnId="{A0FD8C11-1653-4D32-A89E-658A86927E99}">
      <dgm:prSet/>
      <dgm:spPr/>
      <dgm:t>
        <a:bodyPr/>
        <a:lstStyle/>
        <a:p>
          <a:endParaRPr lang="en-US"/>
        </a:p>
      </dgm:t>
    </dgm:pt>
    <dgm:pt modelId="{74DE17C3-4B01-4D52-B9FD-4CD73A5EC105}" type="sibTrans" cxnId="{A0FD8C11-1653-4D32-A89E-658A86927E99}">
      <dgm:prSet/>
      <dgm:spPr/>
      <dgm:t>
        <a:bodyPr/>
        <a:lstStyle/>
        <a:p>
          <a:endParaRPr lang="en-US"/>
        </a:p>
      </dgm:t>
    </dgm:pt>
    <dgm:pt modelId="{6C61FB42-8A4C-4060-B355-B6BF50FC09BE}" type="pres">
      <dgm:prSet presAssocID="{9E1A0017-ADA8-423C-AE3F-E3324F8A5A29}" presName="Name0" presStyleCnt="0">
        <dgm:presLayoutVars>
          <dgm:dir/>
          <dgm:resizeHandles val="exact"/>
        </dgm:presLayoutVars>
      </dgm:prSet>
      <dgm:spPr/>
      <dgm:t>
        <a:bodyPr/>
        <a:lstStyle/>
        <a:p>
          <a:endParaRPr lang="en-US"/>
        </a:p>
      </dgm:t>
    </dgm:pt>
    <dgm:pt modelId="{5F03D690-89AC-4A94-89C5-6314012DD62E}" type="pres">
      <dgm:prSet presAssocID="{73848190-75E1-42F1-A92D-2534ACA7080A}" presName="node" presStyleLbl="node1" presStyleIdx="0" presStyleCnt="7">
        <dgm:presLayoutVars>
          <dgm:bulletEnabled val="1"/>
        </dgm:presLayoutVars>
      </dgm:prSet>
      <dgm:spPr/>
      <dgm:t>
        <a:bodyPr/>
        <a:lstStyle/>
        <a:p>
          <a:endParaRPr lang="en-US"/>
        </a:p>
      </dgm:t>
    </dgm:pt>
    <dgm:pt modelId="{9AB5E142-F52D-498B-B0E7-37A79EC41CC3}" type="pres">
      <dgm:prSet presAssocID="{A74626E1-3F6E-4818-9F54-859EA1A00D16}" presName="sibTrans" presStyleLbl="sibTrans1D1" presStyleIdx="0" presStyleCnt="6"/>
      <dgm:spPr/>
      <dgm:t>
        <a:bodyPr/>
        <a:lstStyle/>
        <a:p>
          <a:endParaRPr lang="en-US"/>
        </a:p>
      </dgm:t>
    </dgm:pt>
    <dgm:pt modelId="{5B996AD5-93FB-4B56-B570-1751FCCB4FA7}" type="pres">
      <dgm:prSet presAssocID="{A74626E1-3F6E-4818-9F54-859EA1A00D16}" presName="connectorText" presStyleLbl="sibTrans1D1" presStyleIdx="0" presStyleCnt="6"/>
      <dgm:spPr/>
      <dgm:t>
        <a:bodyPr/>
        <a:lstStyle/>
        <a:p>
          <a:endParaRPr lang="en-US"/>
        </a:p>
      </dgm:t>
    </dgm:pt>
    <dgm:pt modelId="{001DE657-86BC-4C70-BE7C-9B37D3FCB35E}" type="pres">
      <dgm:prSet presAssocID="{410588D8-66DE-4934-9755-175C21788ABD}" presName="node" presStyleLbl="node1" presStyleIdx="1" presStyleCnt="7">
        <dgm:presLayoutVars>
          <dgm:bulletEnabled val="1"/>
        </dgm:presLayoutVars>
      </dgm:prSet>
      <dgm:spPr/>
      <dgm:t>
        <a:bodyPr/>
        <a:lstStyle/>
        <a:p>
          <a:endParaRPr lang="en-US"/>
        </a:p>
      </dgm:t>
    </dgm:pt>
    <dgm:pt modelId="{C6A3FA37-6C91-476C-9923-E2C80B9FCDCE}" type="pres">
      <dgm:prSet presAssocID="{D90D7F10-5D8B-4F82-894D-131CCD30687B}" presName="sibTrans" presStyleLbl="sibTrans1D1" presStyleIdx="1" presStyleCnt="6"/>
      <dgm:spPr/>
      <dgm:t>
        <a:bodyPr/>
        <a:lstStyle/>
        <a:p>
          <a:endParaRPr lang="en-US"/>
        </a:p>
      </dgm:t>
    </dgm:pt>
    <dgm:pt modelId="{52B7D413-11E6-456B-9D8C-0DEE57C8EB54}" type="pres">
      <dgm:prSet presAssocID="{D90D7F10-5D8B-4F82-894D-131CCD30687B}" presName="connectorText" presStyleLbl="sibTrans1D1" presStyleIdx="1" presStyleCnt="6"/>
      <dgm:spPr/>
      <dgm:t>
        <a:bodyPr/>
        <a:lstStyle/>
        <a:p>
          <a:endParaRPr lang="en-US"/>
        </a:p>
      </dgm:t>
    </dgm:pt>
    <dgm:pt modelId="{2E7A0608-A0DF-4A31-B00D-6E5B05411A81}" type="pres">
      <dgm:prSet presAssocID="{AC82D100-BEF9-4D15-AD46-07BB78716795}" presName="node" presStyleLbl="node1" presStyleIdx="2" presStyleCnt="7">
        <dgm:presLayoutVars>
          <dgm:bulletEnabled val="1"/>
        </dgm:presLayoutVars>
      </dgm:prSet>
      <dgm:spPr/>
      <dgm:t>
        <a:bodyPr/>
        <a:lstStyle/>
        <a:p>
          <a:endParaRPr lang="en-US"/>
        </a:p>
      </dgm:t>
    </dgm:pt>
    <dgm:pt modelId="{54A4E48F-B398-4325-AF2E-3339A362E6BE}" type="pres">
      <dgm:prSet presAssocID="{FA446CD7-AA39-454D-BFCA-27F379D2DF77}" presName="sibTrans" presStyleLbl="sibTrans1D1" presStyleIdx="2" presStyleCnt="6"/>
      <dgm:spPr/>
      <dgm:t>
        <a:bodyPr/>
        <a:lstStyle/>
        <a:p>
          <a:endParaRPr lang="en-US"/>
        </a:p>
      </dgm:t>
    </dgm:pt>
    <dgm:pt modelId="{6DBDB5CD-9635-4B83-8B38-833B35E057B3}" type="pres">
      <dgm:prSet presAssocID="{FA446CD7-AA39-454D-BFCA-27F379D2DF77}" presName="connectorText" presStyleLbl="sibTrans1D1" presStyleIdx="2" presStyleCnt="6"/>
      <dgm:spPr/>
      <dgm:t>
        <a:bodyPr/>
        <a:lstStyle/>
        <a:p>
          <a:endParaRPr lang="en-US"/>
        </a:p>
      </dgm:t>
    </dgm:pt>
    <dgm:pt modelId="{F553388B-E36F-42D2-A6FD-68C096AACB48}" type="pres">
      <dgm:prSet presAssocID="{6E70A38E-2C30-442E-8FFF-6DCC1CC81FA5}" presName="node" presStyleLbl="node1" presStyleIdx="3" presStyleCnt="7">
        <dgm:presLayoutVars>
          <dgm:bulletEnabled val="1"/>
        </dgm:presLayoutVars>
      </dgm:prSet>
      <dgm:spPr/>
      <dgm:t>
        <a:bodyPr/>
        <a:lstStyle/>
        <a:p>
          <a:endParaRPr lang="en-US"/>
        </a:p>
      </dgm:t>
    </dgm:pt>
    <dgm:pt modelId="{C4F789B1-2C3C-4924-8593-8C4E1E4095CA}" type="pres">
      <dgm:prSet presAssocID="{FAF67AC0-3724-4B74-B806-24F68A9ECD25}" presName="sibTrans" presStyleLbl="sibTrans1D1" presStyleIdx="3" presStyleCnt="6"/>
      <dgm:spPr/>
      <dgm:t>
        <a:bodyPr/>
        <a:lstStyle/>
        <a:p>
          <a:endParaRPr lang="en-US"/>
        </a:p>
      </dgm:t>
    </dgm:pt>
    <dgm:pt modelId="{23D63D74-0ACF-4098-AAE8-5406399D94A2}" type="pres">
      <dgm:prSet presAssocID="{FAF67AC0-3724-4B74-B806-24F68A9ECD25}" presName="connectorText" presStyleLbl="sibTrans1D1" presStyleIdx="3" presStyleCnt="6"/>
      <dgm:spPr/>
      <dgm:t>
        <a:bodyPr/>
        <a:lstStyle/>
        <a:p>
          <a:endParaRPr lang="en-US"/>
        </a:p>
      </dgm:t>
    </dgm:pt>
    <dgm:pt modelId="{5E5F3CEC-DF0C-4BEA-8CD5-9A438BD49A57}" type="pres">
      <dgm:prSet presAssocID="{A129AFAB-AF95-4D99-955E-33FEF32AB705}" presName="node" presStyleLbl="node1" presStyleIdx="4" presStyleCnt="7">
        <dgm:presLayoutVars>
          <dgm:bulletEnabled val="1"/>
        </dgm:presLayoutVars>
      </dgm:prSet>
      <dgm:spPr/>
      <dgm:t>
        <a:bodyPr/>
        <a:lstStyle/>
        <a:p>
          <a:endParaRPr lang="en-US"/>
        </a:p>
      </dgm:t>
    </dgm:pt>
    <dgm:pt modelId="{AB3C6318-DBF3-4D71-B010-580236B09E11}" type="pres">
      <dgm:prSet presAssocID="{1011DF29-40CD-4451-9DF9-FC3A7A8E6B2C}" presName="sibTrans" presStyleLbl="sibTrans1D1" presStyleIdx="4" presStyleCnt="6"/>
      <dgm:spPr/>
      <dgm:t>
        <a:bodyPr/>
        <a:lstStyle/>
        <a:p>
          <a:endParaRPr lang="en-US"/>
        </a:p>
      </dgm:t>
    </dgm:pt>
    <dgm:pt modelId="{617E02C5-2C9F-4743-8DAA-65D336FF0E02}" type="pres">
      <dgm:prSet presAssocID="{1011DF29-40CD-4451-9DF9-FC3A7A8E6B2C}" presName="connectorText" presStyleLbl="sibTrans1D1" presStyleIdx="4" presStyleCnt="6"/>
      <dgm:spPr/>
      <dgm:t>
        <a:bodyPr/>
        <a:lstStyle/>
        <a:p>
          <a:endParaRPr lang="en-US"/>
        </a:p>
      </dgm:t>
    </dgm:pt>
    <dgm:pt modelId="{77280464-30A0-4DF5-98D5-310AF0705FBA}" type="pres">
      <dgm:prSet presAssocID="{63457447-9262-4144-B799-F3F50427D2C4}" presName="node" presStyleLbl="node1" presStyleIdx="5" presStyleCnt="7">
        <dgm:presLayoutVars>
          <dgm:bulletEnabled val="1"/>
        </dgm:presLayoutVars>
      </dgm:prSet>
      <dgm:spPr/>
      <dgm:t>
        <a:bodyPr/>
        <a:lstStyle/>
        <a:p>
          <a:endParaRPr lang="en-US"/>
        </a:p>
      </dgm:t>
    </dgm:pt>
    <dgm:pt modelId="{742020FA-5B66-40C1-AB02-BB3109791C0B}" type="pres">
      <dgm:prSet presAssocID="{AACEE8AE-2C48-414C-9E06-00347F9D45F2}" presName="sibTrans" presStyleLbl="sibTrans1D1" presStyleIdx="5" presStyleCnt="6"/>
      <dgm:spPr/>
      <dgm:t>
        <a:bodyPr/>
        <a:lstStyle/>
        <a:p>
          <a:endParaRPr lang="en-US"/>
        </a:p>
      </dgm:t>
    </dgm:pt>
    <dgm:pt modelId="{ADEF20AB-E490-4787-8D7B-8FAC79A2A1A1}" type="pres">
      <dgm:prSet presAssocID="{AACEE8AE-2C48-414C-9E06-00347F9D45F2}" presName="connectorText" presStyleLbl="sibTrans1D1" presStyleIdx="5" presStyleCnt="6"/>
      <dgm:spPr/>
      <dgm:t>
        <a:bodyPr/>
        <a:lstStyle/>
        <a:p>
          <a:endParaRPr lang="en-US"/>
        </a:p>
      </dgm:t>
    </dgm:pt>
    <dgm:pt modelId="{2F533C01-8F39-4F15-9EB4-1FF19DF4DCAF}" type="pres">
      <dgm:prSet presAssocID="{DEAE8113-A061-40C2-996B-FC19F126CBDC}" presName="node" presStyleLbl="node1" presStyleIdx="6" presStyleCnt="7">
        <dgm:presLayoutVars>
          <dgm:bulletEnabled val="1"/>
        </dgm:presLayoutVars>
      </dgm:prSet>
      <dgm:spPr/>
      <dgm:t>
        <a:bodyPr/>
        <a:lstStyle/>
        <a:p>
          <a:endParaRPr lang="en-US"/>
        </a:p>
      </dgm:t>
    </dgm:pt>
  </dgm:ptLst>
  <dgm:cxnLst>
    <dgm:cxn modelId="{16208C9B-AE41-4CDB-9C3C-EAFF1CE84669}" srcId="{9E1A0017-ADA8-423C-AE3F-E3324F8A5A29}" destId="{AC82D100-BEF9-4D15-AD46-07BB78716795}" srcOrd="2" destOrd="0" parTransId="{BEC778B2-06E2-4735-BD39-CCAD9603E28D}" sibTransId="{FA446CD7-AA39-454D-BFCA-27F379D2DF77}"/>
    <dgm:cxn modelId="{8B07BDF2-BA67-4A7B-97DD-5FF1DCCEE210}" srcId="{A129AFAB-AF95-4D99-955E-33FEF32AB705}" destId="{3496DC29-15DC-46DB-B7CB-5DD4B3054AF9}" srcOrd="0" destOrd="0" parTransId="{18CD635E-A200-4AF7-9803-F1D5A22561A0}" sibTransId="{9BB1775F-E0DC-4875-B849-A22A2AB64E98}"/>
    <dgm:cxn modelId="{BF6A3D70-D5F3-4BE2-9D8C-7E5E464A012B}" type="presOf" srcId="{A74626E1-3F6E-4818-9F54-859EA1A00D16}" destId="{5B996AD5-93FB-4B56-B570-1751FCCB4FA7}" srcOrd="1" destOrd="0" presId="urn:microsoft.com/office/officeart/2016/7/layout/RepeatingBendingProcessNew"/>
    <dgm:cxn modelId="{B3C15308-E68E-426F-9F5F-9D0B2C82C9D0}" type="presOf" srcId="{73848190-75E1-42F1-A92D-2534ACA7080A}" destId="{5F03D690-89AC-4A94-89C5-6314012DD62E}" srcOrd="0" destOrd="0" presId="urn:microsoft.com/office/officeart/2016/7/layout/RepeatingBendingProcessNew"/>
    <dgm:cxn modelId="{EE94EF34-3C57-49FD-939B-0FBE84C4D030}" srcId="{73848190-75E1-42F1-A92D-2534ACA7080A}" destId="{F0286FF8-6288-49DA-944C-5888D0C1D600}" srcOrd="1" destOrd="0" parTransId="{5EE2A3E3-2B51-4930-8385-1FACD863CF1E}" sibTransId="{015A3708-1750-4910-B2CF-156B7A5A586B}"/>
    <dgm:cxn modelId="{3281B558-EB9F-4AA2-B0F5-F8ED09D84CC9}" type="presOf" srcId="{C0D20A65-99F3-43AD-B61D-5C65F5135FBB}" destId="{F553388B-E36F-42D2-A6FD-68C096AACB48}" srcOrd="0" destOrd="2" presId="urn:microsoft.com/office/officeart/2016/7/layout/RepeatingBendingProcessNew"/>
    <dgm:cxn modelId="{9F16A44D-540D-4DB4-A033-2F94B8B178F4}" type="presOf" srcId="{1011DF29-40CD-4451-9DF9-FC3A7A8E6B2C}" destId="{AB3C6318-DBF3-4D71-B010-580236B09E11}" srcOrd="0" destOrd="0" presId="urn:microsoft.com/office/officeart/2016/7/layout/RepeatingBendingProcessNew"/>
    <dgm:cxn modelId="{4CA54686-4A45-4F21-8A9D-DA07754570C4}" srcId="{9E1A0017-ADA8-423C-AE3F-E3324F8A5A29}" destId="{63457447-9262-4144-B799-F3F50427D2C4}" srcOrd="5" destOrd="0" parTransId="{FCAB43A8-9DDB-4748-B580-DE674424A2A9}" sibTransId="{AACEE8AE-2C48-414C-9E06-00347F9D45F2}"/>
    <dgm:cxn modelId="{95517DA3-1846-45E0-8BA3-4395B78F6568}" type="presOf" srcId="{63457447-9262-4144-B799-F3F50427D2C4}" destId="{77280464-30A0-4DF5-98D5-310AF0705FBA}" srcOrd="0" destOrd="0" presId="urn:microsoft.com/office/officeart/2016/7/layout/RepeatingBendingProcessNew"/>
    <dgm:cxn modelId="{B45E14B3-0346-4AC3-AA7D-7AE294285214}" type="presOf" srcId="{A2358368-973D-4496-835D-FC0077C9191A}" destId="{2F533C01-8F39-4F15-9EB4-1FF19DF4DCAF}" srcOrd="0" destOrd="2" presId="urn:microsoft.com/office/officeart/2016/7/layout/RepeatingBendingProcessNew"/>
    <dgm:cxn modelId="{EBA74DED-938F-451A-9C15-30F8674EE309}" type="presOf" srcId="{FAF67AC0-3724-4B74-B806-24F68A9ECD25}" destId="{23D63D74-0ACF-4098-AAE8-5406399D94A2}" srcOrd="1" destOrd="0" presId="urn:microsoft.com/office/officeart/2016/7/layout/RepeatingBendingProcessNew"/>
    <dgm:cxn modelId="{925397AC-E72F-46CC-8DE2-7DD46990C472}" srcId="{6E70A38E-2C30-442E-8FFF-6DCC1CC81FA5}" destId="{90C5F13D-7E6E-47A0-ADC6-2439E3424B94}" srcOrd="0" destOrd="0" parTransId="{327AD08B-5768-41DC-B6F1-971174CB5866}" sibTransId="{6B8F4446-8E5A-428D-88C8-B40315A497E3}"/>
    <dgm:cxn modelId="{49A1F41E-3956-45DB-B739-7A14659F4076}" type="presOf" srcId="{ECC60A8A-47CE-4D82-9A11-9A03B33B0E8B}" destId="{77280464-30A0-4DF5-98D5-310AF0705FBA}" srcOrd="0" destOrd="2" presId="urn:microsoft.com/office/officeart/2016/7/layout/RepeatingBendingProcessNew"/>
    <dgm:cxn modelId="{38828E2B-6884-40BF-A801-05C0B937FC20}" srcId="{AC82D100-BEF9-4D15-AD46-07BB78716795}" destId="{61772935-C0C6-41AF-908B-C1D8BDD90EBC}" srcOrd="1" destOrd="0" parTransId="{58AE3368-D338-432B-8AC7-C3FF59B1295B}" sibTransId="{77293806-96AB-4DE9-B4BF-2748D0F38C4B}"/>
    <dgm:cxn modelId="{D5310213-E8A9-4D27-A48E-48D0FAAF6D84}" type="presOf" srcId="{90C5F13D-7E6E-47A0-ADC6-2439E3424B94}" destId="{F553388B-E36F-42D2-A6FD-68C096AACB48}" srcOrd="0" destOrd="1" presId="urn:microsoft.com/office/officeart/2016/7/layout/RepeatingBendingProcessNew"/>
    <dgm:cxn modelId="{1B24CECD-0431-43BA-8F38-4F4F17B131ED}" type="presOf" srcId="{A129AFAB-AF95-4D99-955E-33FEF32AB705}" destId="{5E5F3CEC-DF0C-4BEA-8CD5-9A438BD49A57}" srcOrd="0" destOrd="0" presId="urn:microsoft.com/office/officeart/2016/7/layout/RepeatingBendingProcessNew"/>
    <dgm:cxn modelId="{FF9C19CA-85AD-474E-86F5-EE2B77FF7C69}" srcId="{63457447-9262-4144-B799-F3F50427D2C4}" destId="{ECC60A8A-47CE-4D82-9A11-9A03B33B0E8B}" srcOrd="1" destOrd="0" parTransId="{791AEE6A-FDDD-4895-BA7B-DD72A0F185FF}" sibTransId="{08D67B3D-D4BC-4CB0-8837-BAB7A430FB30}"/>
    <dgm:cxn modelId="{36E9D9BD-7ACB-4D9B-AFF8-95ADD5BF0452}" srcId="{9E1A0017-ADA8-423C-AE3F-E3324F8A5A29}" destId="{A129AFAB-AF95-4D99-955E-33FEF32AB705}" srcOrd="4" destOrd="0" parTransId="{6EF67888-94D8-427C-9937-BC71D36D7E10}" sibTransId="{1011DF29-40CD-4451-9DF9-FC3A7A8E6B2C}"/>
    <dgm:cxn modelId="{A8E24817-5A7E-4DE6-BA14-41E568544689}" type="presOf" srcId="{61772935-C0C6-41AF-908B-C1D8BDD90EBC}" destId="{2E7A0608-A0DF-4A31-B00D-6E5B05411A81}" srcOrd="0" destOrd="2" presId="urn:microsoft.com/office/officeart/2016/7/layout/RepeatingBendingProcessNew"/>
    <dgm:cxn modelId="{DAF4435E-B1C6-4066-8F02-B9C1B8830F96}" srcId="{410588D8-66DE-4934-9755-175C21788ABD}" destId="{BB72C77C-F090-4D61-93D7-86FE4E80AD05}" srcOrd="0" destOrd="0" parTransId="{6ECABD16-C496-47CE-A658-F0E120C74A14}" sibTransId="{3B2728FC-3149-4836-945D-03DB44EF0E2B}"/>
    <dgm:cxn modelId="{BC267FBF-A6B4-48E1-9BCA-54C01482EFE9}" type="presOf" srcId="{D4D672CC-4CA0-4B53-83F4-898BD389EE1A}" destId="{5E5F3CEC-DF0C-4BEA-8CD5-9A438BD49A57}" srcOrd="0" destOrd="2" presId="urn:microsoft.com/office/officeart/2016/7/layout/RepeatingBendingProcessNew"/>
    <dgm:cxn modelId="{8EFA58D4-A8A9-4974-ABB3-3A62EF8D88A1}" type="presOf" srcId="{A74626E1-3F6E-4818-9F54-859EA1A00D16}" destId="{9AB5E142-F52D-498B-B0E7-37A79EC41CC3}" srcOrd="0" destOrd="0" presId="urn:microsoft.com/office/officeart/2016/7/layout/RepeatingBendingProcessNew"/>
    <dgm:cxn modelId="{43598095-A483-4D83-8CEB-856D5E3BC730}" srcId="{9E1A0017-ADA8-423C-AE3F-E3324F8A5A29}" destId="{73848190-75E1-42F1-A92D-2534ACA7080A}" srcOrd="0" destOrd="0" parTransId="{07C4CF33-FEB0-42C5-8AB6-826D6C5D1A0F}" sibTransId="{A74626E1-3F6E-4818-9F54-859EA1A00D16}"/>
    <dgm:cxn modelId="{9BA8659A-2EA8-4272-87B6-883D73E51105}" type="presOf" srcId="{AACEE8AE-2C48-414C-9E06-00347F9D45F2}" destId="{ADEF20AB-E490-4787-8D7B-8FAC79A2A1A1}" srcOrd="1" destOrd="0" presId="urn:microsoft.com/office/officeart/2016/7/layout/RepeatingBendingProcessNew"/>
    <dgm:cxn modelId="{9D9CB8CA-74A5-4640-BE4D-DDC7DDFA41BD}" type="presOf" srcId="{BB72C77C-F090-4D61-93D7-86FE4E80AD05}" destId="{001DE657-86BC-4C70-BE7C-9B37D3FCB35E}" srcOrd="0" destOrd="1" presId="urn:microsoft.com/office/officeart/2016/7/layout/RepeatingBendingProcessNew"/>
    <dgm:cxn modelId="{82C9E3F0-1D94-443F-9266-D624A8A2B043}" type="presOf" srcId="{6E70A38E-2C30-442E-8FFF-6DCC1CC81FA5}" destId="{F553388B-E36F-42D2-A6FD-68C096AACB48}" srcOrd="0" destOrd="0" presId="urn:microsoft.com/office/officeart/2016/7/layout/RepeatingBendingProcessNew"/>
    <dgm:cxn modelId="{A7DDFF23-4F3E-49A6-B809-A51A69943310}" type="presOf" srcId="{3496DC29-15DC-46DB-B7CB-5DD4B3054AF9}" destId="{5E5F3CEC-DF0C-4BEA-8CD5-9A438BD49A57}" srcOrd="0" destOrd="1" presId="urn:microsoft.com/office/officeart/2016/7/layout/RepeatingBendingProcessNew"/>
    <dgm:cxn modelId="{9B92DAF0-101D-4770-AAA8-7F9C46FE6658}" srcId="{410588D8-66DE-4934-9755-175C21788ABD}" destId="{B997A12F-BD14-4C8B-8FF8-F2AD5935F9B3}" srcOrd="2" destOrd="0" parTransId="{EA884E2F-55B4-4D28-8A77-ACEC07E32C96}" sibTransId="{94606B33-D895-4477-B1F6-FC0EB1198DF6}"/>
    <dgm:cxn modelId="{CCBC1ADB-2C47-4DE2-A514-C249E08A3854}" type="presOf" srcId="{D90D7F10-5D8B-4F82-894D-131CCD30687B}" destId="{C6A3FA37-6C91-476C-9923-E2C80B9FCDCE}" srcOrd="0" destOrd="0" presId="urn:microsoft.com/office/officeart/2016/7/layout/RepeatingBendingProcessNew"/>
    <dgm:cxn modelId="{48B2A974-4F32-4912-8AEE-BC3F3886EF1E}" srcId="{DEAE8113-A061-40C2-996B-FC19F126CBDC}" destId="{BC722DA2-8F43-4F5D-88D7-298D5622AC0A}" srcOrd="0" destOrd="0" parTransId="{E813E898-EE50-4ED1-8BDD-1DFBF96C2AA4}" sibTransId="{F148C146-1F31-46E7-A37D-C33C58BA29B3}"/>
    <dgm:cxn modelId="{69583DB2-7259-4113-A0F7-7A26B09B938C}" type="presOf" srcId="{B997A12F-BD14-4C8B-8FF8-F2AD5935F9B3}" destId="{001DE657-86BC-4C70-BE7C-9B37D3FCB35E}" srcOrd="0" destOrd="3" presId="urn:microsoft.com/office/officeart/2016/7/layout/RepeatingBendingProcessNew"/>
    <dgm:cxn modelId="{4E5CDF1A-8282-400C-894B-06AE1FA6DE02}" srcId="{410588D8-66DE-4934-9755-175C21788ABD}" destId="{3DED4427-D396-40BF-B97A-FB8DBAD2349E}" srcOrd="1" destOrd="0" parTransId="{8954B102-BEEE-4AF6-AC1D-4067127DDACC}" sibTransId="{CC4A527B-2840-4A7E-BBC2-D473448A783D}"/>
    <dgm:cxn modelId="{4D780CCC-927F-4E74-BAE4-1646D5B73AB2}" type="presOf" srcId="{410588D8-66DE-4934-9755-175C21788ABD}" destId="{001DE657-86BC-4C70-BE7C-9B37D3FCB35E}" srcOrd="0" destOrd="0" presId="urn:microsoft.com/office/officeart/2016/7/layout/RepeatingBendingProcessNew"/>
    <dgm:cxn modelId="{4811F252-98B6-4499-B46E-C1D914A330E9}" srcId="{9E1A0017-ADA8-423C-AE3F-E3324F8A5A29}" destId="{410588D8-66DE-4934-9755-175C21788ABD}" srcOrd="1" destOrd="0" parTransId="{B34FC539-E645-4ADC-995A-82876943FC44}" sibTransId="{D90D7F10-5D8B-4F82-894D-131CCD30687B}"/>
    <dgm:cxn modelId="{B744BDE6-037F-4427-8803-93EA45985631}" type="presOf" srcId="{85F710C0-50BB-4BF7-8943-BF5FA2671EFE}" destId="{5F03D690-89AC-4A94-89C5-6314012DD62E}" srcOrd="0" destOrd="1" presId="urn:microsoft.com/office/officeart/2016/7/layout/RepeatingBendingProcessNew"/>
    <dgm:cxn modelId="{FF514C3E-75CE-4712-A1F9-966D740A3C70}" type="presOf" srcId="{FA446CD7-AA39-454D-BFCA-27F379D2DF77}" destId="{54A4E48F-B398-4325-AF2E-3339A362E6BE}" srcOrd="0" destOrd="0" presId="urn:microsoft.com/office/officeart/2016/7/layout/RepeatingBendingProcessNew"/>
    <dgm:cxn modelId="{7F4A9067-78D9-4E1A-8E0A-10460442F26B}" srcId="{9E1A0017-ADA8-423C-AE3F-E3324F8A5A29}" destId="{DEAE8113-A061-40C2-996B-FC19F126CBDC}" srcOrd="6" destOrd="0" parTransId="{27F0551D-5E4B-4A9B-82BC-1A0F67C95701}" sibTransId="{6DDAB46C-D12A-46E4-9F91-C46B0D7A5B7C}"/>
    <dgm:cxn modelId="{1ECB3348-CDBC-4055-84E8-54CDC4C133AF}" type="presOf" srcId="{BC722DA2-8F43-4F5D-88D7-298D5622AC0A}" destId="{2F533C01-8F39-4F15-9EB4-1FF19DF4DCAF}" srcOrd="0" destOrd="1" presId="urn:microsoft.com/office/officeart/2016/7/layout/RepeatingBendingProcessNew"/>
    <dgm:cxn modelId="{3586C097-FBB2-432D-9E38-91D0DBC78F7B}" type="presOf" srcId="{FA446CD7-AA39-454D-BFCA-27F379D2DF77}" destId="{6DBDB5CD-9635-4B83-8B38-833B35E057B3}" srcOrd="1" destOrd="0" presId="urn:microsoft.com/office/officeart/2016/7/layout/RepeatingBendingProcessNew"/>
    <dgm:cxn modelId="{B606BE27-5F9F-4F06-B06A-538E9BDF1614}" type="presOf" srcId="{DEAE8113-A061-40C2-996B-FC19F126CBDC}" destId="{2F533C01-8F39-4F15-9EB4-1FF19DF4DCAF}" srcOrd="0" destOrd="0" presId="urn:microsoft.com/office/officeart/2016/7/layout/RepeatingBendingProcessNew"/>
    <dgm:cxn modelId="{36958CE5-25D3-4BFB-B2DD-DBC19C555FCB}" srcId="{73848190-75E1-42F1-A92D-2534ACA7080A}" destId="{85F710C0-50BB-4BF7-8943-BF5FA2671EFE}" srcOrd="0" destOrd="0" parTransId="{D5547D3D-4EC8-4FBB-BA42-D965F868E84C}" sibTransId="{F3235D84-A4B8-4B03-B153-42D55AFF3212}"/>
    <dgm:cxn modelId="{A5B4BAFE-835B-4BCA-9502-40657FD1D22B}" srcId="{63457447-9262-4144-B799-F3F50427D2C4}" destId="{0F484D55-FD09-484D-BD18-006AB14C7DE9}" srcOrd="0" destOrd="0" parTransId="{3EB053A7-C874-4510-AFE9-2AB620E5EA88}" sibTransId="{25393DB4-D1FB-4B29-8464-58C4AD890412}"/>
    <dgm:cxn modelId="{BF104D12-99A9-42CD-9EF5-0A06D9F754A4}" type="presOf" srcId="{CB6FA493-111F-4AEA-88C5-9056BE779440}" destId="{2E7A0608-A0DF-4A31-B00D-6E5B05411A81}" srcOrd="0" destOrd="1" presId="urn:microsoft.com/office/officeart/2016/7/layout/RepeatingBendingProcessNew"/>
    <dgm:cxn modelId="{5445E47C-7179-4F2E-89C5-92DE579B7CB2}" srcId="{6E70A38E-2C30-442E-8FFF-6DCC1CC81FA5}" destId="{C0D20A65-99F3-43AD-B61D-5C65F5135FBB}" srcOrd="1" destOrd="0" parTransId="{C375069F-B2CA-44FD-ABCF-A56C34A37E34}" sibTransId="{499A09A6-B576-4424-84E9-66D10E54AE83}"/>
    <dgm:cxn modelId="{C3A3F3D1-3C74-477A-8C97-5FF2DA82E2EF}" type="presOf" srcId="{D90D7F10-5D8B-4F82-894D-131CCD30687B}" destId="{52B7D413-11E6-456B-9D8C-0DEE57C8EB54}" srcOrd="1" destOrd="0" presId="urn:microsoft.com/office/officeart/2016/7/layout/RepeatingBendingProcessNew"/>
    <dgm:cxn modelId="{7EC931DD-0D0A-47DB-B556-5D7E74D46716}" srcId="{9E1A0017-ADA8-423C-AE3F-E3324F8A5A29}" destId="{6E70A38E-2C30-442E-8FFF-6DCC1CC81FA5}" srcOrd="3" destOrd="0" parTransId="{A24D320C-1C8B-43C1-9F54-BA03218F2F0E}" sibTransId="{FAF67AC0-3724-4B74-B806-24F68A9ECD25}"/>
    <dgm:cxn modelId="{C2EB091F-3FC6-4629-BA9D-D13E88F0FBC7}" type="presOf" srcId="{0F484D55-FD09-484D-BD18-006AB14C7DE9}" destId="{77280464-30A0-4DF5-98D5-310AF0705FBA}" srcOrd="0" destOrd="1" presId="urn:microsoft.com/office/officeart/2016/7/layout/RepeatingBendingProcessNew"/>
    <dgm:cxn modelId="{CCF4B9B8-69C7-4BDD-8286-4CDB8D408A94}" type="presOf" srcId="{3DED4427-D396-40BF-B97A-FB8DBAD2349E}" destId="{001DE657-86BC-4C70-BE7C-9B37D3FCB35E}" srcOrd="0" destOrd="2" presId="urn:microsoft.com/office/officeart/2016/7/layout/RepeatingBendingProcessNew"/>
    <dgm:cxn modelId="{E2ACFBBE-61B6-404C-9828-3AE1C1C7F565}" type="presOf" srcId="{F0286FF8-6288-49DA-944C-5888D0C1D600}" destId="{5F03D690-89AC-4A94-89C5-6314012DD62E}" srcOrd="0" destOrd="2" presId="urn:microsoft.com/office/officeart/2016/7/layout/RepeatingBendingProcessNew"/>
    <dgm:cxn modelId="{C6428BC0-08D4-4D8E-A033-BD48F43657C6}" type="presOf" srcId="{1011DF29-40CD-4451-9DF9-FC3A7A8E6B2C}" destId="{617E02C5-2C9F-4743-8DAA-65D336FF0E02}" srcOrd="1" destOrd="0" presId="urn:microsoft.com/office/officeart/2016/7/layout/RepeatingBendingProcessNew"/>
    <dgm:cxn modelId="{A0FD8C11-1653-4D32-A89E-658A86927E99}" srcId="{DEAE8113-A061-40C2-996B-FC19F126CBDC}" destId="{A2358368-973D-4496-835D-FC0077C9191A}" srcOrd="1" destOrd="0" parTransId="{D38C2F42-B383-4C3E-BE10-8F2E2182AC79}" sibTransId="{74DE17C3-4B01-4D52-B9FD-4CD73A5EC105}"/>
    <dgm:cxn modelId="{644D0814-5086-4863-B70F-325FFDA5F52E}" srcId="{A129AFAB-AF95-4D99-955E-33FEF32AB705}" destId="{D4D672CC-4CA0-4B53-83F4-898BD389EE1A}" srcOrd="1" destOrd="0" parTransId="{16286A65-0552-4754-AC4F-F5B75817CF0B}" sibTransId="{867C5BA5-91D5-4950-80E4-C3D3CB4BDD32}"/>
    <dgm:cxn modelId="{3393ED99-0E3E-4A08-9617-E6406AC93E81}" srcId="{AC82D100-BEF9-4D15-AD46-07BB78716795}" destId="{CB6FA493-111F-4AEA-88C5-9056BE779440}" srcOrd="0" destOrd="0" parTransId="{DB134F84-0F32-465E-8BC2-29AA560B5A75}" sibTransId="{A551997A-8050-44D5-81D9-5E54B0BDC023}"/>
    <dgm:cxn modelId="{594C893D-BF21-4C8F-96FA-2B4A3F766277}" type="presOf" srcId="{AC82D100-BEF9-4D15-AD46-07BB78716795}" destId="{2E7A0608-A0DF-4A31-B00D-6E5B05411A81}" srcOrd="0" destOrd="0" presId="urn:microsoft.com/office/officeart/2016/7/layout/RepeatingBendingProcessNew"/>
    <dgm:cxn modelId="{07738715-68EB-4FF4-ACC0-DD8F924DEE74}" type="presOf" srcId="{AACEE8AE-2C48-414C-9E06-00347F9D45F2}" destId="{742020FA-5B66-40C1-AB02-BB3109791C0B}" srcOrd="0" destOrd="0" presId="urn:microsoft.com/office/officeart/2016/7/layout/RepeatingBendingProcessNew"/>
    <dgm:cxn modelId="{FB108E1A-6689-4420-8410-2337F692B232}" type="presOf" srcId="{FAF67AC0-3724-4B74-B806-24F68A9ECD25}" destId="{C4F789B1-2C3C-4924-8593-8C4E1E4095CA}" srcOrd="0" destOrd="0" presId="urn:microsoft.com/office/officeart/2016/7/layout/RepeatingBendingProcessNew"/>
    <dgm:cxn modelId="{6BA02E7D-7516-4D24-81C3-498C03E7D65D}" type="presOf" srcId="{9E1A0017-ADA8-423C-AE3F-E3324F8A5A29}" destId="{6C61FB42-8A4C-4060-B355-B6BF50FC09BE}" srcOrd="0" destOrd="0" presId="urn:microsoft.com/office/officeart/2016/7/layout/RepeatingBendingProcessNew"/>
    <dgm:cxn modelId="{0777182D-775D-48B8-BA88-467408629591}" type="presParOf" srcId="{6C61FB42-8A4C-4060-B355-B6BF50FC09BE}" destId="{5F03D690-89AC-4A94-89C5-6314012DD62E}" srcOrd="0" destOrd="0" presId="urn:microsoft.com/office/officeart/2016/7/layout/RepeatingBendingProcessNew"/>
    <dgm:cxn modelId="{1D7A9403-5008-484D-9431-D35B1B8E55D2}" type="presParOf" srcId="{6C61FB42-8A4C-4060-B355-B6BF50FC09BE}" destId="{9AB5E142-F52D-498B-B0E7-37A79EC41CC3}" srcOrd="1" destOrd="0" presId="urn:microsoft.com/office/officeart/2016/7/layout/RepeatingBendingProcessNew"/>
    <dgm:cxn modelId="{ECEA6984-B87D-4A93-B782-CA714B5047A7}" type="presParOf" srcId="{9AB5E142-F52D-498B-B0E7-37A79EC41CC3}" destId="{5B996AD5-93FB-4B56-B570-1751FCCB4FA7}" srcOrd="0" destOrd="0" presId="urn:microsoft.com/office/officeart/2016/7/layout/RepeatingBendingProcessNew"/>
    <dgm:cxn modelId="{F236C351-3ADE-4D1A-A2F2-038C86728559}" type="presParOf" srcId="{6C61FB42-8A4C-4060-B355-B6BF50FC09BE}" destId="{001DE657-86BC-4C70-BE7C-9B37D3FCB35E}" srcOrd="2" destOrd="0" presId="urn:microsoft.com/office/officeart/2016/7/layout/RepeatingBendingProcessNew"/>
    <dgm:cxn modelId="{99474B44-8759-4A3E-82C8-FF19FDC6F8DC}" type="presParOf" srcId="{6C61FB42-8A4C-4060-B355-B6BF50FC09BE}" destId="{C6A3FA37-6C91-476C-9923-E2C80B9FCDCE}" srcOrd="3" destOrd="0" presId="urn:microsoft.com/office/officeart/2016/7/layout/RepeatingBendingProcessNew"/>
    <dgm:cxn modelId="{463B5999-DBF4-4EC4-8C2E-11877F4D2BAE}" type="presParOf" srcId="{C6A3FA37-6C91-476C-9923-E2C80B9FCDCE}" destId="{52B7D413-11E6-456B-9D8C-0DEE57C8EB54}" srcOrd="0" destOrd="0" presId="urn:microsoft.com/office/officeart/2016/7/layout/RepeatingBendingProcessNew"/>
    <dgm:cxn modelId="{99BE7C01-A32A-41E3-8187-2D000A3AA1F5}" type="presParOf" srcId="{6C61FB42-8A4C-4060-B355-B6BF50FC09BE}" destId="{2E7A0608-A0DF-4A31-B00D-6E5B05411A81}" srcOrd="4" destOrd="0" presId="urn:microsoft.com/office/officeart/2016/7/layout/RepeatingBendingProcessNew"/>
    <dgm:cxn modelId="{D9456EA1-9043-4452-B113-4264B07BAEBE}" type="presParOf" srcId="{6C61FB42-8A4C-4060-B355-B6BF50FC09BE}" destId="{54A4E48F-B398-4325-AF2E-3339A362E6BE}" srcOrd="5" destOrd="0" presId="urn:microsoft.com/office/officeart/2016/7/layout/RepeatingBendingProcessNew"/>
    <dgm:cxn modelId="{0CB37D3A-89C1-4CFF-AF91-65B7508C242A}" type="presParOf" srcId="{54A4E48F-B398-4325-AF2E-3339A362E6BE}" destId="{6DBDB5CD-9635-4B83-8B38-833B35E057B3}" srcOrd="0" destOrd="0" presId="urn:microsoft.com/office/officeart/2016/7/layout/RepeatingBendingProcessNew"/>
    <dgm:cxn modelId="{05D687E2-CC70-4F20-A85A-8C3DD6317382}" type="presParOf" srcId="{6C61FB42-8A4C-4060-B355-B6BF50FC09BE}" destId="{F553388B-E36F-42D2-A6FD-68C096AACB48}" srcOrd="6" destOrd="0" presId="urn:microsoft.com/office/officeart/2016/7/layout/RepeatingBendingProcessNew"/>
    <dgm:cxn modelId="{BA2BAAA4-59E4-4E3A-8E47-91CE6EBAC0C8}" type="presParOf" srcId="{6C61FB42-8A4C-4060-B355-B6BF50FC09BE}" destId="{C4F789B1-2C3C-4924-8593-8C4E1E4095CA}" srcOrd="7" destOrd="0" presId="urn:microsoft.com/office/officeart/2016/7/layout/RepeatingBendingProcessNew"/>
    <dgm:cxn modelId="{BB32A057-1AC4-4EB4-B2A0-A0B0D8BDA11F}" type="presParOf" srcId="{C4F789B1-2C3C-4924-8593-8C4E1E4095CA}" destId="{23D63D74-0ACF-4098-AAE8-5406399D94A2}" srcOrd="0" destOrd="0" presId="urn:microsoft.com/office/officeart/2016/7/layout/RepeatingBendingProcessNew"/>
    <dgm:cxn modelId="{3F979BD5-7D0D-4F29-9BD9-6D747118D2D3}" type="presParOf" srcId="{6C61FB42-8A4C-4060-B355-B6BF50FC09BE}" destId="{5E5F3CEC-DF0C-4BEA-8CD5-9A438BD49A57}" srcOrd="8" destOrd="0" presId="urn:microsoft.com/office/officeart/2016/7/layout/RepeatingBendingProcessNew"/>
    <dgm:cxn modelId="{43D2A091-4274-478F-88FD-87C6EA20937B}" type="presParOf" srcId="{6C61FB42-8A4C-4060-B355-B6BF50FC09BE}" destId="{AB3C6318-DBF3-4D71-B010-580236B09E11}" srcOrd="9" destOrd="0" presId="urn:microsoft.com/office/officeart/2016/7/layout/RepeatingBendingProcessNew"/>
    <dgm:cxn modelId="{3C4060FB-A96E-4CC7-8407-BD72023A80AA}" type="presParOf" srcId="{AB3C6318-DBF3-4D71-B010-580236B09E11}" destId="{617E02C5-2C9F-4743-8DAA-65D336FF0E02}" srcOrd="0" destOrd="0" presId="urn:microsoft.com/office/officeart/2016/7/layout/RepeatingBendingProcessNew"/>
    <dgm:cxn modelId="{5A0AE04E-08AA-4E86-908E-F252F85ABAB4}" type="presParOf" srcId="{6C61FB42-8A4C-4060-B355-B6BF50FC09BE}" destId="{77280464-30A0-4DF5-98D5-310AF0705FBA}" srcOrd="10" destOrd="0" presId="urn:microsoft.com/office/officeart/2016/7/layout/RepeatingBendingProcessNew"/>
    <dgm:cxn modelId="{41C68915-ACE4-4C3A-9D62-96EEF3324F74}" type="presParOf" srcId="{6C61FB42-8A4C-4060-B355-B6BF50FC09BE}" destId="{742020FA-5B66-40C1-AB02-BB3109791C0B}" srcOrd="11" destOrd="0" presId="urn:microsoft.com/office/officeart/2016/7/layout/RepeatingBendingProcessNew"/>
    <dgm:cxn modelId="{B87A5A23-ED12-4383-9D26-53B4AF92C295}" type="presParOf" srcId="{742020FA-5B66-40C1-AB02-BB3109791C0B}" destId="{ADEF20AB-E490-4787-8D7B-8FAC79A2A1A1}" srcOrd="0" destOrd="0" presId="urn:microsoft.com/office/officeart/2016/7/layout/RepeatingBendingProcessNew"/>
    <dgm:cxn modelId="{65B63F04-0D85-441D-A223-D966F091EACA}" type="presParOf" srcId="{6C61FB42-8A4C-4060-B355-B6BF50FC09BE}" destId="{2F533C01-8F39-4F15-9EB4-1FF19DF4DCAF}" srcOrd="12"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2FD89C5-BD36-4A4C-8534-2BC03FD6F5F7}" type="doc">
      <dgm:prSet loTypeId="urn:microsoft.com/office/officeart/2005/8/layout/chevron1" loCatId="process" qsTypeId="urn:microsoft.com/office/officeart/2005/8/quickstyle/simple5" qsCatId="simple" csTypeId="urn:microsoft.com/office/officeart/2005/8/colors/accent1_2" csCatId="accent1"/>
      <dgm:spPr/>
      <dgm:t>
        <a:bodyPr/>
        <a:lstStyle/>
        <a:p>
          <a:endParaRPr lang="en-US"/>
        </a:p>
      </dgm:t>
    </dgm:pt>
    <dgm:pt modelId="{6C86237F-2946-49D6-ACF0-BF94A185E389}">
      <dgm:prSet/>
      <dgm:spPr/>
      <dgm:t>
        <a:bodyPr/>
        <a:lstStyle/>
        <a:p>
          <a:r>
            <a:rPr lang="en-US"/>
            <a:t>Configuration Steps:</a:t>
          </a:r>
        </a:p>
      </dgm:t>
    </dgm:pt>
    <dgm:pt modelId="{8EC8031E-87C4-4B9A-97BC-6A5287D045C4}" type="parTrans" cxnId="{E39A5AD8-A32E-4894-82B8-EC17B7D95029}">
      <dgm:prSet/>
      <dgm:spPr/>
      <dgm:t>
        <a:bodyPr/>
        <a:lstStyle/>
        <a:p>
          <a:endParaRPr lang="en-US"/>
        </a:p>
      </dgm:t>
    </dgm:pt>
    <dgm:pt modelId="{7B838800-31E8-47C9-9FA4-A498E9AD4F7E}" type="sibTrans" cxnId="{E39A5AD8-A32E-4894-82B8-EC17B7D95029}">
      <dgm:prSet/>
      <dgm:spPr/>
      <dgm:t>
        <a:bodyPr/>
        <a:lstStyle/>
        <a:p>
          <a:endParaRPr lang="en-US"/>
        </a:p>
      </dgm:t>
    </dgm:pt>
    <dgm:pt modelId="{4F6EFDC5-A26A-4C5E-ACA4-05410770F5D5}">
      <dgm:prSet/>
      <dgm:spPr/>
      <dgm:t>
        <a:bodyPr/>
        <a:lstStyle/>
        <a:p>
          <a:r>
            <a:rPr lang="en-US"/>
            <a:t>Created departments &amp; employees</a:t>
          </a:r>
        </a:p>
      </dgm:t>
    </dgm:pt>
    <dgm:pt modelId="{696B9927-DAAD-43F9-A920-728AEEF9EC1E}" type="parTrans" cxnId="{63934006-FDC6-492A-B75C-1FBE0702AE29}">
      <dgm:prSet/>
      <dgm:spPr/>
      <dgm:t>
        <a:bodyPr/>
        <a:lstStyle/>
        <a:p>
          <a:endParaRPr lang="en-US"/>
        </a:p>
      </dgm:t>
    </dgm:pt>
    <dgm:pt modelId="{7F583EB2-F7B5-4A0E-93FA-96B4169041EB}" type="sibTrans" cxnId="{63934006-FDC6-492A-B75C-1FBE0702AE29}">
      <dgm:prSet/>
      <dgm:spPr/>
      <dgm:t>
        <a:bodyPr/>
        <a:lstStyle/>
        <a:p>
          <a:endParaRPr lang="en-US"/>
        </a:p>
      </dgm:t>
    </dgm:pt>
    <dgm:pt modelId="{CE63CCD7-4645-4A78-B313-AFAA05B072F5}">
      <dgm:prSet/>
      <dgm:spPr/>
      <dgm:t>
        <a:bodyPr/>
        <a:lstStyle/>
        <a:p>
          <a:r>
            <a:rPr lang="en-US"/>
            <a:t>Configured pay items, pay periods, and payroll rules</a:t>
          </a:r>
        </a:p>
      </dgm:t>
    </dgm:pt>
    <dgm:pt modelId="{6278B102-B624-4127-8D87-0302477FD0E3}" type="parTrans" cxnId="{425198DB-D0A4-4FCA-99FF-4F813D36CAF5}">
      <dgm:prSet/>
      <dgm:spPr/>
      <dgm:t>
        <a:bodyPr/>
        <a:lstStyle/>
        <a:p>
          <a:endParaRPr lang="en-US"/>
        </a:p>
      </dgm:t>
    </dgm:pt>
    <dgm:pt modelId="{561FD172-9642-4EE1-8820-4DA73D019443}" type="sibTrans" cxnId="{425198DB-D0A4-4FCA-99FF-4F813D36CAF5}">
      <dgm:prSet/>
      <dgm:spPr/>
      <dgm:t>
        <a:bodyPr/>
        <a:lstStyle/>
        <a:p>
          <a:endParaRPr lang="en-US"/>
        </a:p>
      </dgm:t>
    </dgm:pt>
    <dgm:pt modelId="{3CAC19FC-DFD2-4F6D-88ED-9F7771228970}">
      <dgm:prSet/>
      <dgm:spPr/>
      <dgm:t>
        <a:bodyPr/>
        <a:lstStyle/>
        <a:p>
          <a:r>
            <a:rPr lang="en-US"/>
            <a:t>Set up time &amp; attendance</a:t>
          </a:r>
        </a:p>
      </dgm:t>
    </dgm:pt>
    <dgm:pt modelId="{DBB24A3B-C3C6-49F5-961E-F0D41FB27AE8}" type="parTrans" cxnId="{20B845D0-5BDA-4FC9-82DF-A0D466A85F9B}">
      <dgm:prSet/>
      <dgm:spPr/>
      <dgm:t>
        <a:bodyPr/>
        <a:lstStyle/>
        <a:p>
          <a:endParaRPr lang="en-US"/>
        </a:p>
      </dgm:t>
    </dgm:pt>
    <dgm:pt modelId="{C7E0707B-83B2-474B-8CA4-A60151F10AAE}" type="sibTrans" cxnId="{20B845D0-5BDA-4FC9-82DF-A0D466A85F9B}">
      <dgm:prSet/>
      <dgm:spPr/>
      <dgm:t>
        <a:bodyPr/>
        <a:lstStyle/>
        <a:p>
          <a:endParaRPr lang="en-US"/>
        </a:p>
      </dgm:t>
    </dgm:pt>
    <dgm:pt modelId="{1A087B36-CAB6-4487-A1CB-076E325947C1}">
      <dgm:prSet/>
      <dgm:spPr/>
      <dgm:t>
        <a:bodyPr/>
        <a:lstStyle/>
        <a:p>
          <a:r>
            <a:rPr lang="en-US"/>
            <a:t>Implementation Steps:</a:t>
          </a:r>
        </a:p>
      </dgm:t>
    </dgm:pt>
    <dgm:pt modelId="{019FAA6D-1F98-428A-B115-1829B5063C32}" type="parTrans" cxnId="{84F769F0-FD52-4246-A2BB-E91DCA0FF246}">
      <dgm:prSet/>
      <dgm:spPr/>
      <dgm:t>
        <a:bodyPr/>
        <a:lstStyle/>
        <a:p>
          <a:endParaRPr lang="en-US"/>
        </a:p>
      </dgm:t>
    </dgm:pt>
    <dgm:pt modelId="{8BFC2F2B-315F-46D5-8AC1-2BB20D8760F2}" type="sibTrans" cxnId="{84F769F0-FD52-4246-A2BB-E91DCA0FF246}">
      <dgm:prSet/>
      <dgm:spPr/>
      <dgm:t>
        <a:bodyPr/>
        <a:lstStyle/>
        <a:p>
          <a:endParaRPr lang="en-US"/>
        </a:p>
      </dgm:t>
    </dgm:pt>
    <dgm:pt modelId="{D45C724E-BA58-442A-87EE-635360E3F327}">
      <dgm:prSet/>
      <dgm:spPr/>
      <dgm:t>
        <a:bodyPr/>
        <a:lstStyle/>
        <a:p>
          <a:r>
            <a:rPr lang="en-US"/>
            <a:t>Assigned payroll structures</a:t>
          </a:r>
        </a:p>
      </dgm:t>
    </dgm:pt>
    <dgm:pt modelId="{4B5863CC-0289-441F-ABE1-D97090FA5136}" type="parTrans" cxnId="{FF8F174D-6F07-4647-9D59-3648457D5330}">
      <dgm:prSet/>
      <dgm:spPr/>
      <dgm:t>
        <a:bodyPr/>
        <a:lstStyle/>
        <a:p>
          <a:endParaRPr lang="en-US"/>
        </a:p>
      </dgm:t>
    </dgm:pt>
    <dgm:pt modelId="{2B5212E9-74D5-4A43-A090-D4DF8ACD1340}" type="sibTrans" cxnId="{FF8F174D-6F07-4647-9D59-3648457D5330}">
      <dgm:prSet/>
      <dgm:spPr/>
      <dgm:t>
        <a:bodyPr/>
        <a:lstStyle/>
        <a:p>
          <a:endParaRPr lang="en-US"/>
        </a:p>
      </dgm:t>
    </dgm:pt>
    <dgm:pt modelId="{3A46E481-3D48-444F-82B7-43070EA3D6A9}">
      <dgm:prSet/>
      <dgm:spPr/>
      <dgm:t>
        <a:bodyPr/>
        <a:lstStyle/>
        <a:p>
          <a:r>
            <a:rPr lang="en-US"/>
            <a:t>Entered attendance data</a:t>
          </a:r>
        </a:p>
      </dgm:t>
    </dgm:pt>
    <dgm:pt modelId="{7BFE9520-23F4-4D04-BB3F-C72D94B8D535}" type="parTrans" cxnId="{02AA6270-2E7B-4EC8-AB2B-36E770661419}">
      <dgm:prSet/>
      <dgm:spPr/>
      <dgm:t>
        <a:bodyPr/>
        <a:lstStyle/>
        <a:p>
          <a:endParaRPr lang="en-US"/>
        </a:p>
      </dgm:t>
    </dgm:pt>
    <dgm:pt modelId="{685013B3-B3DB-44F3-8A9C-A0C60E45E789}" type="sibTrans" cxnId="{02AA6270-2E7B-4EC8-AB2B-36E770661419}">
      <dgm:prSet/>
      <dgm:spPr/>
      <dgm:t>
        <a:bodyPr/>
        <a:lstStyle/>
        <a:p>
          <a:endParaRPr lang="en-US"/>
        </a:p>
      </dgm:t>
    </dgm:pt>
    <dgm:pt modelId="{6009D286-3745-4D64-87FC-D2233FAEA863}">
      <dgm:prSet/>
      <dgm:spPr/>
      <dgm:t>
        <a:bodyPr/>
        <a:lstStyle/>
        <a:p>
          <a:r>
            <a:rPr lang="en-US"/>
            <a:t>Processed payroll</a:t>
          </a:r>
        </a:p>
      </dgm:t>
    </dgm:pt>
    <dgm:pt modelId="{756410D2-6DA0-4F9A-8AD2-92B34D38BF29}" type="parTrans" cxnId="{4A647D87-7497-4392-B888-36249D81A8AA}">
      <dgm:prSet/>
      <dgm:spPr/>
      <dgm:t>
        <a:bodyPr/>
        <a:lstStyle/>
        <a:p>
          <a:endParaRPr lang="en-US"/>
        </a:p>
      </dgm:t>
    </dgm:pt>
    <dgm:pt modelId="{ED06D300-AD2F-4373-B5D2-D8C1CEA54E0E}" type="sibTrans" cxnId="{4A647D87-7497-4392-B888-36249D81A8AA}">
      <dgm:prSet/>
      <dgm:spPr/>
      <dgm:t>
        <a:bodyPr/>
        <a:lstStyle/>
        <a:p>
          <a:endParaRPr lang="en-US"/>
        </a:p>
      </dgm:t>
    </dgm:pt>
    <dgm:pt modelId="{049E116B-E425-460D-B8F4-966BB3B593E1}">
      <dgm:prSet/>
      <dgm:spPr/>
      <dgm:t>
        <a:bodyPr/>
        <a:lstStyle/>
        <a:p>
          <a:r>
            <a:rPr lang="en-US"/>
            <a:t>Validated results</a:t>
          </a:r>
        </a:p>
      </dgm:t>
    </dgm:pt>
    <dgm:pt modelId="{A7868CC4-6047-432C-BBD9-94F04757B960}" type="parTrans" cxnId="{BC7ACDD0-604F-48A4-B25C-AA8F4667700C}">
      <dgm:prSet/>
      <dgm:spPr/>
      <dgm:t>
        <a:bodyPr/>
        <a:lstStyle/>
        <a:p>
          <a:endParaRPr lang="en-US"/>
        </a:p>
      </dgm:t>
    </dgm:pt>
    <dgm:pt modelId="{250B578E-6107-4B02-8A7D-50F152D4A024}" type="sibTrans" cxnId="{BC7ACDD0-604F-48A4-B25C-AA8F4667700C}">
      <dgm:prSet/>
      <dgm:spPr/>
      <dgm:t>
        <a:bodyPr/>
        <a:lstStyle/>
        <a:p>
          <a:endParaRPr lang="en-US"/>
        </a:p>
      </dgm:t>
    </dgm:pt>
    <dgm:pt modelId="{856DE0D8-4572-44E1-BD20-AB202C4D4B69}">
      <dgm:prSet/>
      <dgm:spPr/>
      <dgm:t>
        <a:bodyPr/>
        <a:lstStyle/>
        <a:p>
          <a:r>
            <a:rPr lang="en-US"/>
            <a:t>Generated pay slips</a:t>
          </a:r>
        </a:p>
      </dgm:t>
    </dgm:pt>
    <dgm:pt modelId="{B77C375B-0350-4E5E-959F-55CDFBBAAE7E}" type="parTrans" cxnId="{1FFBF97D-593B-4F5C-83D1-5BF2C359CE20}">
      <dgm:prSet/>
      <dgm:spPr/>
      <dgm:t>
        <a:bodyPr/>
        <a:lstStyle/>
        <a:p>
          <a:endParaRPr lang="en-US"/>
        </a:p>
      </dgm:t>
    </dgm:pt>
    <dgm:pt modelId="{8B9317FE-7622-4BF8-A4AC-67EDC5EDC684}" type="sibTrans" cxnId="{1FFBF97D-593B-4F5C-83D1-5BF2C359CE20}">
      <dgm:prSet/>
      <dgm:spPr/>
      <dgm:t>
        <a:bodyPr/>
        <a:lstStyle/>
        <a:p>
          <a:endParaRPr lang="en-US"/>
        </a:p>
      </dgm:t>
    </dgm:pt>
    <dgm:pt modelId="{5F367DB6-5BA7-4CDF-85A5-679952D4E684}" type="pres">
      <dgm:prSet presAssocID="{62FD89C5-BD36-4A4C-8534-2BC03FD6F5F7}" presName="Name0" presStyleCnt="0">
        <dgm:presLayoutVars>
          <dgm:dir/>
          <dgm:animLvl val="lvl"/>
          <dgm:resizeHandles val="exact"/>
        </dgm:presLayoutVars>
      </dgm:prSet>
      <dgm:spPr/>
      <dgm:t>
        <a:bodyPr/>
        <a:lstStyle/>
        <a:p>
          <a:endParaRPr lang="en-US"/>
        </a:p>
      </dgm:t>
    </dgm:pt>
    <dgm:pt modelId="{7328D9A2-AFAB-40C5-AA9A-2DD12F77E480}" type="pres">
      <dgm:prSet presAssocID="{6C86237F-2946-49D6-ACF0-BF94A185E389}" presName="composite" presStyleCnt="0"/>
      <dgm:spPr/>
    </dgm:pt>
    <dgm:pt modelId="{32270EA6-2951-4A87-81E7-3EDC55A1A6E1}" type="pres">
      <dgm:prSet presAssocID="{6C86237F-2946-49D6-ACF0-BF94A185E389}" presName="parTx" presStyleLbl="node1" presStyleIdx="0" presStyleCnt="2">
        <dgm:presLayoutVars>
          <dgm:chMax val="0"/>
          <dgm:chPref val="0"/>
          <dgm:bulletEnabled val="1"/>
        </dgm:presLayoutVars>
      </dgm:prSet>
      <dgm:spPr/>
      <dgm:t>
        <a:bodyPr/>
        <a:lstStyle/>
        <a:p>
          <a:endParaRPr lang="en-US"/>
        </a:p>
      </dgm:t>
    </dgm:pt>
    <dgm:pt modelId="{4A13C5BA-E100-49D3-B246-C3912CAFADF7}" type="pres">
      <dgm:prSet presAssocID="{6C86237F-2946-49D6-ACF0-BF94A185E389}" presName="desTx" presStyleLbl="revTx" presStyleIdx="0" presStyleCnt="2">
        <dgm:presLayoutVars>
          <dgm:bulletEnabled val="1"/>
        </dgm:presLayoutVars>
      </dgm:prSet>
      <dgm:spPr/>
      <dgm:t>
        <a:bodyPr/>
        <a:lstStyle/>
        <a:p>
          <a:endParaRPr lang="en-US"/>
        </a:p>
      </dgm:t>
    </dgm:pt>
    <dgm:pt modelId="{8CFDB504-A75B-4D74-ABA7-DD82FB4B2510}" type="pres">
      <dgm:prSet presAssocID="{7B838800-31E8-47C9-9FA4-A498E9AD4F7E}" presName="space" presStyleCnt="0"/>
      <dgm:spPr/>
    </dgm:pt>
    <dgm:pt modelId="{890318FF-BA83-4638-BDBF-7641043B482C}" type="pres">
      <dgm:prSet presAssocID="{1A087B36-CAB6-4487-A1CB-076E325947C1}" presName="composite" presStyleCnt="0"/>
      <dgm:spPr/>
    </dgm:pt>
    <dgm:pt modelId="{F48468E9-EB59-4DDF-8336-E1B53816AF58}" type="pres">
      <dgm:prSet presAssocID="{1A087B36-CAB6-4487-A1CB-076E325947C1}" presName="parTx" presStyleLbl="node1" presStyleIdx="1" presStyleCnt="2">
        <dgm:presLayoutVars>
          <dgm:chMax val="0"/>
          <dgm:chPref val="0"/>
          <dgm:bulletEnabled val="1"/>
        </dgm:presLayoutVars>
      </dgm:prSet>
      <dgm:spPr/>
      <dgm:t>
        <a:bodyPr/>
        <a:lstStyle/>
        <a:p>
          <a:endParaRPr lang="en-US"/>
        </a:p>
      </dgm:t>
    </dgm:pt>
    <dgm:pt modelId="{7FDE953F-45A8-4F62-82F9-4A7A05E0E456}" type="pres">
      <dgm:prSet presAssocID="{1A087B36-CAB6-4487-A1CB-076E325947C1}" presName="desTx" presStyleLbl="revTx" presStyleIdx="1" presStyleCnt="2">
        <dgm:presLayoutVars>
          <dgm:bulletEnabled val="1"/>
        </dgm:presLayoutVars>
      </dgm:prSet>
      <dgm:spPr/>
      <dgm:t>
        <a:bodyPr/>
        <a:lstStyle/>
        <a:p>
          <a:endParaRPr lang="en-US"/>
        </a:p>
      </dgm:t>
    </dgm:pt>
  </dgm:ptLst>
  <dgm:cxnLst>
    <dgm:cxn modelId="{84F769F0-FD52-4246-A2BB-E91DCA0FF246}" srcId="{62FD89C5-BD36-4A4C-8534-2BC03FD6F5F7}" destId="{1A087B36-CAB6-4487-A1CB-076E325947C1}" srcOrd="1" destOrd="0" parTransId="{019FAA6D-1F98-428A-B115-1829B5063C32}" sibTransId="{8BFC2F2B-315F-46D5-8AC1-2BB20D8760F2}"/>
    <dgm:cxn modelId="{4E1DF917-C460-444D-B82B-4718DC6EE044}" type="presOf" srcId="{856DE0D8-4572-44E1-BD20-AB202C4D4B69}" destId="{7FDE953F-45A8-4F62-82F9-4A7A05E0E456}" srcOrd="0" destOrd="4" presId="urn:microsoft.com/office/officeart/2005/8/layout/chevron1"/>
    <dgm:cxn modelId="{6550FDE2-92E2-49C1-8D09-B3F2C36B3D25}" type="presOf" srcId="{4F6EFDC5-A26A-4C5E-ACA4-05410770F5D5}" destId="{4A13C5BA-E100-49D3-B246-C3912CAFADF7}" srcOrd="0" destOrd="0" presId="urn:microsoft.com/office/officeart/2005/8/layout/chevron1"/>
    <dgm:cxn modelId="{425198DB-D0A4-4FCA-99FF-4F813D36CAF5}" srcId="{6C86237F-2946-49D6-ACF0-BF94A185E389}" destId="{CE63CCD7-4645-4A78-B313-AFAA05B072F5}" srcOrd="1" destOrd="0" parTransId="{6278B102-B624-4127-8D87-0302477FD0E3}" sibTransId="{561FD172-9642-4EE1-8820-4DA73D019443}"/>
    <dgm:cxn modelId="{E6D7DEBF-DC89-409A-9FC0-4E722E930618}" type="presOf" srcId="{049E116B-E425-460D-B8F4-966BB3B593E1}" destId="{7FDE953F-45A8-4F62-82F9-4A7A05E0E456}" srcOrd="0" destOrd="3" presId="urn:microsoft.com/office/officeart/2005/8/layout/chevron1"/>
    <dgm:cxn modelId="{D3CE64B0-4A80-4BD4-918E-E66F6B89FE54}" type="presOf" srcId="{6009D286-3745-4D64-87FC-D2233FAEA863}" destId="{7FDE953F-45A8-4F62-82F9-4A7A05E0E456}" srcOrd="0" destOrd="2" presId="urn:microsoft.com/office/officeart/2005/8/layout/chevron1"/>
    <dgm:cxn modelId="{63934006-FDC6-492A-B75C-1FBE0702AE29}" srcId="{6C86237F-2946-49D6-ACF0-BF94A185E389}" destId="{4F6EFDC5-A26A-4C5E-ACA4-05410770F5D5}" srcOrd="0" destOrd="0" parTransId="{696B9927-DAAD-43F9-A920-728AEEF9EC1E}" sibTransId="{7F583EB2-F7B5-4A0E-93FA-96B4169041EB}"/>
    <dgm:cxn modelId="{02AA6270-2E7B-4EC8-AB2B-36E770661419}" srcId="{1A087B36-CAB6-4487-A1CB-076E325947C1}" destId="{3A46E481-3D48-444F-82B7-43070EA3D6A9}" srcOrd="1" destOrd="0" parTransId="{7BFE9520-23F4-4D04-BB3F-C72D94B8D535}" sibTransId="{685013B3-B3DB-44F3-8A9C-A0C60E45E789}"/>
    <dgm:cxn modelId="{C8103D58-AF8D-42DB-A799-F9343CDF422F}" type="presOf" srcId="{D45C724E-BA58-442A-87EE-635360E3F327}" destId="{7FDE953F-45A8-4F62-82F9-4A7A05E0E456}" srcOrd="0" destOrd="0" presId="urn:microsoft.com/office/officeart/2005/8/layout/chevron1"/>
    <dgm:cxn modelId="{31764B89-7589-4897-83CF-D87F73582DFA}" type="presOf" srcId="{1A087B36-CAB6-4487-A1CB-076E325947C1}" destId="{F48468E9-EB59-4DDF-8336-E1B53816AF58}" srcOrd="0" destOrd="0" presId="urn:microsoft.com/office/officeart/2005/8/layout/chevron1"/>
    <dgm:cxn modelId="{FF8F174D-6F07-4647-9D59-3648457D5330}" srcId="{1A087B36-CAB6-4487-A1CB-076E325947C1}" destId="{D45C724E-BA58-442A-87EE-635360E3F327}" srcOrd="0" destOrd="0" parTransId="{4B5863CC-0289-441F-ABE1-D97090FA5136}" sibTransId="{2B5212E9-74D5-4A43-A090-D4DF8ACD1340}"/>
    <dgm:cxn modelId="{D5E04297-A5ED-4CD2-9575-86133C46933A}" type="presOf" srcId="{3A46E481-3D48-444F-82B7-43070EA3D6A9}" destId="{7FDE953F-45A8-4F62-82F9-4A7A05E0E456}" srcOrd="0" destOrd="1" presId="urn:microsoft.com/office/officeart/2005/8/layout/chevron1"/>
    <dgm:cxn modelId="{F26F3D08-5276-4567-90D3-4C21BB53C21E}" type="presOf" srcId="{6C86237F-2946-49D6-ACF0-BF94A185E389}" destId="{32270EA6-2951-4A87-81E7-3EDC55A1A6E1}" srcOrd="0" destOrd="0" presId="urn:microsoft.com/office/officeart/2005/8/layout/chevron1"/>
    <dgm:cxn modelId="{BC7ACDD0-604F-48A4-B25C-AA8F4667700C}" srcId="{1A087B36-CAB6-4487-A1CB-076E325947C1}" destId="{049E116B-E425-460D-B8F4-966BB3B593E1}" srcOrd="3" destOrd="0" parTransId="{A7868CC4-6047-432C-BBD9-94F04757B960}" sibTransId="{250B578E-6107-4B02-8A7D-50F152D4A024}"/>
    <dgm:cxn modelId="{32DA2DD0-707C-44C6-87C7-255A3CB2BD50}" type="presOf" srcId="{3CAC19FC-DFD2-4F6D-88ED-9F7771228970}" destId="{4A13C5BA-E100-49D3-B246-C3912CAFADF7}" srcOrd="0" destOrd="2" presId="urn:microsoft.com/office/officeart/2005/8/layout/chevron1"/>
    <dgm:cxn modelId="{950EB773-4428-4309-860D-7FA5A652024E}" type="presOf" srcId="{CE63CCD7-4645-4A78-B313-AFAA05B072F5}" destId="{4A13C5BA-E100-49D3-B246-C3912CAFADF7}" srcOrd="0" destOrd="1" presId="urn:microsoft.com/office/officeart/2005/8/layout/chevron1"/>
    <dgm:cxn modelId="{20B845D0-5BDA-4FC9-82DF-A0D466A85F9B}" srcId="{6C86237F-2946-49D6-ACF0-BF94A185E389}" destId="{3CAC19FC-DFD2-4F6D-88ED-9F7771228970}" srcOrd="2" destOrd="0" parTransId="{DBB24A3B-C3C6-49F5-961E-F0D41FB27AE8}" sibTransId="{C7E0707B-83B2-474B-8CA4-A60151F10AAE}"/>
    <dgm:cxn modelId="{4A647D87-7497-4392-B888-36249D81A8AA}" srcId="{1A087B36-CAB6-4487-A1CB-076E325947C1}" destId="{6009D286-3745-4D64-87FC-D2233FAEA863}" srcOrd="2" destOrd="0" parTransId="{756410D2-6DA0-4F9A-8AD2-92B34D38BF29}" sibTransId="{ED06D300-AD2F-4373-B5D2-D8C1CEA54E0E}"/>
    <dgm:cxn modelId="{9F5E9471-4876-4DEC-B457-95572CE6D486}" type="presOf" srcId="{62FD89C5-BD36-4A4C-8534-2BC03FD6F5F7}" destId="{5F367DB6-5BA7-4CDF-85A5-679952D4E684}" srcOrd="0" destOrd="0" presId="urn:microsoft.com/office/officeart/2005/8/layout/chevron1"/>
    <dgm:cxn modelId="{1FFBF97D-593B-4F5C-83D1-5BF2C359CE20}" srcId="{1A087B36-CAB6-4487-A1CB-076E325947C1}" destId="{856DE0D8-4572-44E1-BD20-AB202C4D4B69}" srcOrd="4" destOrd="0" parTransId="{B77C375B-0350-4E5E-959F-55CDFBBAAE7E}" sibTransId="{8B9317FE-7622-4BF8-A4AC-67EDC5EDC684}"/>
    <dgm:cxn modelId="{E39A5AD8-A32E-4894-82B8-EC17B7D95029}" srcId="{62FD89C5-BD36-4A4C-8534-2BC03FD6F5F7}" destId="{6C86237F-2946-49D6-ACF0-BF94A185E389}" srcOrd="0" destOrd="0" parTransId="{8EC8031E-87C4-4B9A-97BC-6A5287D045C4}" sibTransId="{7B838800-31E8-47C9-9FA4-A498E9AD4F7E}"/>
    <dgm:cxn modelId="{B7AEB3EF-4191-4619-B273-0B9F9E58ED2B}" type="presParOf" srcId="{5F367DB6-5BA7-4CDF-85A5-679952D4E684}" destId="{7328D9A2-AFAB-40C5-AA9A-2DD12F77E480}" srcOrd="0" destOrd="0" presId="urn:microsoft.com/office/officeart/2005/8/layout/chevron1"/>
    <dgm:cxn modelId="{335C2BDC-5F4B-4BFC-8B0E-AF3C13B8BB58}" type="presParOf" srcId="{7328D9A2-AFAB-40C5-AA9A-2DD12F77E480}" destId="{32270EA6-2951-4A87-81E7-3EDC55A1A6E1}" srcOrd="0" destOrd="0" presId="urn:microsoft.com/office/officeart/2005/8/layout/chevron1"/>
    <dgm:cxn modelId="{1C74A5A9-9CC4-47EA-8A46-5E3B7E9E852A}" type="presParOf" srcId="{7328D9A2-AFAB-40C5-AA9A-2DD12F77E480}" destId="{4A13C5BA-E100-49D3-B246-C3912CAFADF7}" srcOrd="1" destOrd="0" presId="urn:microsoft.com/office/officeart/2005/8/layout/chevron1"/>
    <dgm:cxn modelId="{9DE6A74D-C6EC-4518-A88D-62E039290AB0}" type="presParOf" srcId="{5F367DB6-5BA7-4CDF-85A5-679952D4E684}" destId="{8CFDB504-A75B-4D74-ABA7-DD82FB4B2510}" srcOrd="1" destOrd="0" presId="urn:microsoft.com/office/officeart/2005/8/layout/chevron1"/>
    <dgm:cxn modelId="{A3823590-307F-4F64-B313-6F7DB448ED8F}" type="presParOf" srcId="{5F367DB6-5BA7-4CDF-85A5-679952D4E684}" destId="{890318FF-BA83-4638-BDBF-7641043B482C}" srcOrd="2" destOrd="0" presId="urn:microsoft.com/office/officeart/2005/8/layout/chevron1"/>
    <dgm:cxn modelId="{53806848-3DB4-4B06-B968-95391F300CEC}" type="presParOf" srcId="{890318FF-BA83-4638-BDBF-7641043B482C}" destId="{F48468E9-EB59-4DDF-8336-E1B53816AF58}" srcOrd="0" destOrd="0" presId="urn:microsoft.com/office/officeart/2005/8/layout/chevron1"/>
    <dgm:cxn modelId="{62FDDE8C-0209-48A3-9A3B-286A8F32CA03}" type="presParOf" srcId="{890318FF-BA83-4638-BDBF-7641043B482C}" destId="{7FDE953F-45A8-4F62-82F9-4A7A05E0E456}"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7A9D20A-4A49-4B1E-93C4-010C65BFF252}" type="doc">
      <dgm:prSet loTypeId="urn:microsoft.com/office/officeart/2005/8/layout/default" loCatId="list" qsTypeId="urn:microsoft.com/office/officeart/2005/8/quickstyle/simple4" qsCatId="simple" csTypeId="urn:microsoft.com/office/officeart/2005/8/colors/accent1_2" csCatId="accent1"/>
      <dgm:spPr/>
      <dgm:t>
        <a:bodyPr/>
        <a:lstStyle/>
        <a:p>
          <a:endParaRPr lang="en-US"/>
        </a:p>
      </dgm:t>
    </dgm:pt>
    <dgm:pt modelId="{3A4F2636-B1FE-4417-B60A-BA1C980ACCB9}">
      <dgm:prSet/>
      <dgm:spPr/>
      <dgm:t>
        <a:bodyPr/>
        <a:lstStyle/>
        <a:p>
          <a:r>
            <a:rPr lang="en-US" b="1" i="0" baseline="0" dirty="0"/>
            <a:t>1. Successful Payroll Setup</a:t>
          </a:r>
          <a:endParaRPr lang="en-US" dirty="0"/>
        </a:p>
      </dgm:t>
    </dgm:pt>
    <dgm:pt modelId="{05B101B2-84A4-4BB2-922A-B9E54BB0F678}" type="parTrans" cxnId="{8A3E4B68-908C-47F6-BF3E-C99BA25CFF07}">
      <dgm:prSet/>
      <dgm:spPr/>
      <dgm:t>
        <a:bodyPr/>
        <a:lstStyle/>
        <a:p>
          <a:endParaRPr lang="en-US"/>
        </a:p>
      </dgm:t>
    </dgm:pt>
    <dgm:pt modelId="{BCDFAC80-B968-4FD9-8176-F6B0E66E7231}" type="sibTrans" cxnId="{8A3E4B68-908C-47F6-BF3E-C99BA25CFF07}">
      <dgm:prSet/>
      <dgm:spPr/>
      <dgm:t>
        <a:bodyPr/>
        <a:lstStyle/>
        <a:p>
          <a:endParaRPr lang="en-US"/>
        </a:p>
      </dgm:t>
    </dgm:pt>
    <dgm:pt modelId="{1649D814-F619-42AA-81F1-36F1D98F4969}">
      <dgm:prSet/>
      <dgm:spPr/>
      <dgm:t>
        <a:bodyPr/>
        <a:lstStyle/>
        <a:p>
          <a:r>
            <a:rPr lang="en-US" b="0" i="0" baseline="0" dirty="0"/>
            <a:t>A fully functional payroll system was configured for </a:t>
          </a:r>
          <a:r>
            <a:rPr lang="en-US" b="1" i="0" baseline="0" dirty="0"/>
            <a:t>2 departments and 10 employees</a:t>
          </a:r>
          <a:r>
            <a:rPr lang="en-US" b="0" i="0" baseline="0" dirty="0"/>
            <a:t>, including all earning and deduction components.</a:t>
          </a:r>
          <a:endParaRPr lang="en-US" dirty="0"/>
        </a:p>
      </dgm:t>
    </dgm:pt>
    <dgm:pt modelId="{E8A97614-0D4B-43DF-B67A-6B7E87498DD6}" type="parTrans" cxnId="{8F52098B-D4FF-44A4-A49D-EFE67E284538}">
      <dgm:prSet/>
      <dgm:spPr/>
      <dgm:t>
        <a:bodyPr/>
        <a:lstStyle/>
        <a:p>
          <a:endParaRPr lang="en-US"/>
        </a:p>
      </dgm:t>
    </dgm:pt>
    <dgm:pt modelId="{3541F481-950D-4DAF-89AC-30561CFB5B95}" type="sibTrans" cxnId="{8F52098B-D4FF-44A4-A49D-EFE67E284538}">
      <dgm:prSet/>
      <dgm:spPr/>
      <dgm:t>
        <a:bodyPr/>
        <a:lstStyle/>
        <a:p>
          <a:endParaRPr lang="en-US"/>
        </a:p>
      </dgm:t>
    </dgm:pt>
    <dgm:pt modelId="{3D9B6241-B018-4B0F-A792-81EBDED104CD}">
      <dgm:prSet/>
      <dgm:spPr/>
      <dgm:t>
        <a:bodyPr/>
        <a:lstStyle/>
        <a:p>
          <a:r>
            <a:rPr lang="en-US" b="1" i="0" baseline="0"/>
            <a:t>2. Accurate Payroll Calculations</a:t>
          </a:r>
          <a:endParaRPr lang="en-US"/>
        </a:p>
      </dgm:t>
    </dgm:pt>
    <dgm:pt modelId="{A63B6313-AA67-40FD-AC4D-4BF6790063F8}" type="parTrans" cxnId="{6D29EDB8-78A9-478C-B00D-3676AF8870A0}">
      <dgm:prSet/>
      <dgm:spPr/>
      <dgm:t>
        <a:bodyPr/>
        <a:lstStyle/>
        <a:p>
          <a:endParaRPr lang="en-US"/>
        </a:p>
      </dgm:t>
    </dgm:pt>
    <dgm:pt modelId="{C096B489-93DE-457A-80F9-1EE0E25593C7}" type="sibTrans" cxnId="{6D29EDB8-78A9-478C-B00D-3676AF8870A0}">
      <dgm:prSet/>
      <dgm:spPr/>
      <dgm:t>
        <a:bodyPr/>
        <a:lstStyle/>
        <a:p>
          <a:endParaRPr lang="en-US"/>
        </a:p>
      </dgm:t>
    </dgm:pt>
    <dgm:pt modelId="{DBA1727B-875E-49CF-9151-60B964A358B3}">
      <dgm:prSet/>
      <dgm:spPr/>
      <dgm:t>
        <a:bodyPr/>
        <a:lstStyle/>
        <a:p>
          <a:r>
            <a:rPr lang="en-US" b="0" i="0" baseline="0"/>
            <a:t>The system successfully calculated:</a:t>
          </a:r>
          <a:endParaRPr lang="en-US"/>
        </a:p>
      </dgm:t>
    </dgm:pt>
    <dgm:pt modelId="{E9CFAAA1-5AEF-49D1-A45B-242D86D57812}" type="parTrans" cxnId="{C7DA91E6-76AE-4873-B734-541227E258E6}">
      <dgm:prSet/>
      <dgm:spPr/>
      <dgm:t>
        <a:bodyPr/>
        <a:lstStyle/>
        <a:p>
          <a:endParaRPr lang="en-US"/>
        </a:p>
      </dgm:t>
    </dgm:pt>
    <dgm:pt modelId="{236EC39F-2A9D-4B75-BBFF-FEE5E2DAAF63}" type="sibTrans" cxnId="{C7DA91E6-76AE-4873-B734-541227E258E6}">
      <dgm:prSet/>
      <dgm:spPr/>
      <dgm:t>
        <a:bodyPr/>
        <a:lstStyle/>
        <a:p>
          <a:endParaRPr lang="en-US"/>
        </a:p>
      </dgm:t>
    </dgm:pt>
    <dgm:pt modelId="{DBF7E1F4-F525-44D2-9C34-5A627FB2E7B5}">
      <dgm:prSet/>
      <dgm:spPr/>
      <dgm:t>
        <a:bodyPr/>
        <a:lstStyle/>
        <a:p>
          <a:r>
            <a:rPr lang="en-US" b="0" i="0" baseline="0"/>
            <a:t>Basic salary</a:t>
          </a:r>
          <a:endParaRPr lang="en-US"/>
        </a:p>
      </dgm:t>
    </dgm:pt>
    <dgm:pt modelId="{E65E250A-C7CC-45F9-B9B1-974818A60E65}" type="parTrans" cxnId="{D81E6D04-F856-43F7-9C18-85C7A79593CC}">
      <dgm:prSet/>
      <dgm:spPr/>
      <dgm:t>
        <a:bodyPr/>
        <a:lstStyle/>
        <a:p>
          <a:endParaRPr lang="en-US"/>
        </a:p>
      </dgm:t>
    </dgm:pt>
    <dgm:pt modelId="{AE39F99D-82A7-429F-8141-FD96856594BB}" type="sibTrans" cxnId="{D81E6D04-F856-43F7-9C18-85C7A79593CC}">
      <dgm:prSet/>
      <dgm:spPr/>
      <dgm:t>
        <a:bodyPr/>
        <a:lstStyle/>
        <a:p>
          <a:endParaRPr lang="en-US"/>
        </a:p>
      </dgm:t>
    </dgm:pt>
    <dgm:pt modelId="{BF576A0C-B0F9-40C2-90FE-34DD071EB948}">
      <dgm:prSet/>
      <dgm:spPr/>
      <dgm:t>
        <a:bodyPr/>
        <a:lstStyle/>
        <a:p>
          <a:r>
            <a:rPr lang="en-US" b="0" i="0" baseline="0"/>
            <a:t>Allowances</a:t>
          </a:r>
          <a:endParaRPr lang="en-US"/>
        </a:p>
      </dgm:t>
    </dgm:pt>
    <dgm:pt modelId="{64353DC1-3C91-4D6E-98BC-9E274222B95F}" type="parTrans" cxnId="{8D0FE033-50C1-4008-9670-ECFF49A24C4E}">
      <dgm:prSet/>
      <dgm:spPr/>
      <dgm:t>
        <a:bodyPr/>
        <a:lstStyle/>
        <a:p>
          <a:endParaRPr lang="en-US"/>
        </a:p>
      </dgm:t>
    </dgm:pt>
    <dgm:pt modelId="{ABC8DBB4-9D9D-4C80-95E7-8A8BEAB2B70F}" type="sibTrans" cxnId="{8D0FE033-50C1-4008-9670-ECFF49A24C4E}">
      <dgm:prSet/>
      <dgm:spPr/>
      <dgm:t>
        <a:bodyPr/>
        <a:lstStyle/>
        <a:p>
          <a:endParaRPr lang="en-US"/>
        </a:p>
      </dgm:t>
    </dgm:pt>
    <dgm:pt modelId="{EFCD16F8-9996-49CF-849D-96E7399C9159}">
      <dgm:prSet/>
      <dgm:spPr/>
      <dgm:t>
        <a:bodyPr/>
        <a:lstStyle/>
        <a:p>
          <a:r>
            <a:rPr lang="en-US" b="0" i="0" baseline="0"/>
            <a:t>Bonuses</a:t>
          </a:r>
          <a:endParaRPr lang="en-US"/>
        </a:p>
      </dgm:t>
    </dgm:pt>
    <dgm:pt modelId="{78209F73-7E1A-454E-84F3-6FE401331448}" type="parTrans" cxnId="{4A070984-8CE4-4EE8-BBEC-EB31C55D4DE6}">
      <dgm:prSet/>
      <dgm:spPr/>
      <dgm:t>
        <a:bodyPr/>
        <a:lstStyle/>
        <a:p>
          <a:endParaRPr lang="en-US"/>
        </a:p>
      </dgm:t>
    </dgm:pt>
    <dgm:pt modelId="{8DBE138D-7D05-49F8-BD1C-FD75BC10D797}" type="sibTrans" cxnId="{4A070984-8CE4-4EE8-BBEC-EB31C55D4DE6}">
      <dgm:prSet/>
      <dgm:spPr/>
      <dgm:t>
        <a:bodyPr/>
        <a:lstStyle/>
        <a:p>
          <a:endParaRPr lang="en-US"/>
        </a:p>
      </dgm:t>
    </dgm:pt>
    <dgm:pt modelId="{C9E4765D-4506-4523-AA6C-178F0CE61A3D}">
      <dgm:prSet/>
      <dgm:spPr/>
      <dgm:t>
        <a:bodyPr/>
        <a:lstStyle/>
        <a:p>
          <a:r>
            <a:rPr lang="en-US" b="0" i="0" baseline="0"/>
            <a:t>Incentives</a:t>
          </a:r>
          <a:endParaRPr lang="en-US"/>
        </a:p>
      </dgm:t>
    </dgm:pt>
    <dgm:pt modelId="{DBC08016-40AB-4320-A60C-DA0F54F745D9}" type="parTrans" cxnId="{97748295-86D8-45D1-BDEF-E70061D5E0DF}">
      <dgm:prSet/>
      <dgm:spPr/>
      <dgm:t>
        <a:bodyPr/>
        <a:lstStyle/>
        <a:p>
          <a:endParaRPr lang="en-US"/>
        </a:p>
      </dgm:t>
    </dgm:pt>
    <dgm:pt modelId="{EF1A08F5-5BCF-4D47-A4B6-BA8B056D7D13}" type="sibTrans" cxnId="{97748295-86D8-45D1-BDEF-E70061D5E0DF}">
      <dgm:prSet/>
      <dgm:spPr/>
      <dgm:t>
        <a:bodyPr/>
        <a:lstStyle/>
        <a:p>
          <a:endParaRPr lang="en-US"/>
        </a:p>
      </dgm:t>
    </dgm:pt>
    <dgm:pt modelId="{5DEC83B3-D3AC-493D-9B01-F734D70E5109}">
      <dgm:prSet/>
      <dgm:spPr/>
      <dgm:t>
        <a:bodyPr/>
        <a:lstStyle/>
        <a:p>
          <a:r>
            <a:rPr lang="en-US" b="0" i="0" baseline="0"/>
            <a:t>Overtime</a:t>
          </a:r>
          <a:endParaRPr lang="en-US"/>
        </a:p>
      </dgm:t>
    </dgm:pt>
    <dgm:pt modelId="{86E335D8-B2C2-4011-BAD0-F38F5691F32E}" type="parTrans" cxnId="{44076165-4C72-48C7-8B86-25CBE12C3A79}">
      <dgm:prSet/>
      <dgm:spPr/>
      <dgm:t>
        <a:bodyPr/>
        <a:lstStyle/>
        <a:p>
          <a:endParaRPr lang="en-US"/>
        </a:p>
      </dgm:t>
    </dgm:pt>
    <dgm:pt modelId="{4F1E6B67-819E-474D-BF25-08D177EE7F72}" type="sibTrans" cxnId="{44076165-4C72-48C7-8B86-25CBE12C3A79}">
      <dgm:prSet/>
      <dgm:spPr/>
      <dgm:t>
        <a:bodyPr/>
        <a:lstStyle/>
        <a:p>
          <a:endParaRPr lang="en-US"/>
        </a:p>
      </dgm:t>
    </dgm:pt>
    <dgm:pt modelId="{B96A4BF7-416F-4F76-91C5-7FA12B445FD9}">
      <dgm:prSet/>
      <dgm:spPr/>
      <dgm:t>
        <a:bodyPr/>
        <a:lstStyle/>
        <a:p>
          <a:r>
            <a:rPr lang="en-US" b="0" i="0" baseline="0"/>
            <a:t>Tax deductions</a:t>
          </a:r>
          <a:endParaRPr lang="en-US"/>
        </a:p>
      </dgm:t>
    </dgm:pt>
    <dgm:pt modelId="{3B5C11F0-F213-4E50-A76F-5F41FE739DB8}" type="parTrans" cxnId="{121639FD-BAEB-4D8D-AEF9-7535531E308C}">
      <dgm:prSet/>
      <dgm:spPr/>
      <dgm:t>
        <a:bodyPr/>
        <a:lstStyle/>
        <a:p>
          <a:endParaRPr lang="en-US"/>
        </a:p>
      </dgm:t>
    </dgm:pt>
    <dgm:pt modelId="{BF9F260B-E18B-49B5-A153-320666B8F196}" type="sibTrans" cxnId="{121639FD-BAEB-4D8D-AEF9-7535531E308C}">
      <dgm:prSet/>
      <dgm:spPr/>
      <dgm:t>
        <a:bodyPr/>
        <a:lstStyle/>
        <a:p>
          <a:endParaRPr lang="en-US"/>
        </a:p>
      </dgm:t>
    </dgm:pt>
    <dgm:pt modelId="{E6F60F22-D6EB-4AAC-A46A-9C2D79E7E2E7}">
      <dgm:prSet/>
      <dgm:spPr/>
      <dgm:t>
        <a:bodyPr/>
        <a:lstStyle/>
        <a:p>
          <a:r>
            <a:rPr lang="en-US" b="0" i="0" baseline="0"/>
            <a:t>Insurance deductions</a:t>
          </a:r>
          <a:br>
            <a:rPr lang="en-US" b="0" i="0" baseline="0"/>
          </a:br>
          <a:r>
            <a:rPr lang="en-US" b="0" i="0" baseline="0"/>
            <a:t>Resulting in correct </a:t>
          </a:r>
          <a:r>
            <a:rPr lang="en-US" b="1" i="0" baseline="0"/>
            <a:t>gross pay and net pay</a:t>
          </a:r>
          <a:r>
            <a:rPr lang="en-US" b="0" i="0" baseline="0"/>
            <a:t> for each employee.</a:t>
          </a:r>
          <a:endParaRPr lang="en-US"/>
        </a:p>
      </dgm:t>
    </dgm:pt>
    <dgm:pt modelId="{B8E035BC-4811-4081-AF0A-87F568F77CC2}" type="parTrans" cxnId="{44CD297C-872D-448F-8920-15118C1A134F}">
      <dgm:prSet/>
      <dgm:spPr/>
      <dgm:t>
        <a:bodyPr/>
        <a:lstStyle/>
        <a:p>
          <a:endParaRPr lang="en-US"/>
        </a:p>
      </dgm:t>
    </dgm:pt>
    <dgm:pt modelId="{87A52704-04E0-4CFF-8E8D-E36F59AABBC8}" type="sibTrans" cxnId="{44CD297C-872D-448F-8920-15118C1A134F}">
      <dgm:prSet/>
      <dgm:spPr/>
      <dgm:t>
        <a:bodyPr/>
        <a:lstStyle/>
        <a:p>
          <a:endParaRPr lang="en-US"/>
        </a:p>
      </dgm:t>
    </dgm:pt>
    <dgm:pt modelId="{59CF70AB-8198-47F6-8C17-F7EC5C8BFC1C}">
      <dgm:prSet/>
      <dgm:spPr/>
      <dgm:t>
        <a:bodyPr/>
        <a:lstStyle/>
        <a:p>
          <a:r>
            <a:rPr lang="en-US" b="1" i="0" baseline="0"/>
            <a:t>3. Integrated Time &amp; Attendance</a:t>
          </a:r>
          <a:endParaRPr lang="en-US"/>
        </a:p>
      </dgm:t>
    </dgm:pt>
    <dgm:pt modelId="{EB651B95-E405-4A01-93F7-86E1DF5C784F}" type="parTrans" cxnId="{F1B86F11-C2FB-4904-A76E-F9BF1730A00D}">
      <dgm:prSet/>
      <dgm:spPr/>
      <dgm:t>
        <a:bodyPr/>
        <a:lstStyle/>
        <a:p>
          <a:endParaRPr lang="en-US"/>
        </a:p>
      </dgm:t>
    </dgm:pt>
    <dgm:pt modelId="{D22C326A-4DDE-46DE-B888-E4CFF534A4ED}" type="sibTrans" cxnId="{F1B86F11-C2FB-4904-A76E-F9BF1730A00D}">
      <dgm:prSet/>
      <dgm:spPr/>
      <dgm:t>
        <a:bodyPr/>
        <a:lstStyle/>
        <a:p>
          <a:endParaRPr lang="en-US"/>
        </a:p>
      </dgm:t>
    </dgm:pt>
    <dgm:pt modelId="{0CCDA3B4-85DC-4033-9EB7-AD8EB779194E}">
      <dgm:prSet/>
      <dgm:spPr/>
      <dgm:t>
        <a:bodyPr/>
        <a:lstStyle/>
        <a:p>
          <a:r>
            <a:rPr lang="en-US" b="0" i="0" baseline="0" dirty="0"/>
            <a:t>Time and attendance data was correctly linked to employees, enabling accurate overtime and work-hour based calculations.</a:t>
          </a:r>
          <a:endParaRPr lang="en-US" dirty="0"/>
        </a:p>
      </dgm:t>
    </dgm:pt>
    <dgm:pt modelId="{12A9C996-D90D-427F-BBE3-5D1CFD39B226}" type="parTrans" cxnId="{23E9A277-5F34-4689-9EC7-A8D88EC58A96}">
      <dgm:prSet/>
      <dgm:spPr/>
      <dgm:t>
        <a:bodyPr/>
        <a:lstStyle/>
        <a:p>
          <a:endParaRPr lang="en-US"/>
        </a:p>
      </dgm:t>
    </dgm:pt>
    <dgm:pt modelId="{9ACFDBF5-09F5-410E-B85B-8813325F212F}" type="sibTrans" cxnId="{23E9A277-5F34-4689-9EC7-A8D88EC58A96}">
      <dgm:prSet/>
      <dgm:spPr/>
      <dgm:t>
        <a:bodyPr/>
        <a:lstStyle/>
        <a:p>
          <a:endParaRPr lang="en-US"/>
        </a:p>
      </dgm:t>
    </dgm:pt>
    <dgm:pt modelId="{08C6BEFF-E351-4AA5-8CA1-DFA72FFAE3CB}">
      <dgm:prSet/>
      <dgm:spPr/>
      <dgm:t>
        <a:bodyPr/>
        <a:lstStyle/>
        <a:p>
          <a:r>
            <a:rPr lang="en-US" b="1" i="0" baseline="0"/>
            <a:t>4. Complete Payroll Run Executed</a:t>
          </a:r>
          <a:endParaRPr lang="en-US"/>
        </a:p>
      </dgm:t>
    </dgm:pt>
    <dgm:pt modelId="{CA574294-B384-482A-8582-5C277734AFB4}" type="parTrans" cxnId="{A93519D5-0364-4E74-AE69-8D0E42206A59}">
      <dgm:prSet/>
      <dgm:spPr/>
      <dgm:t>
        <a:bodyPr/>
        <a:lstStyle/>
        <a:p>
          <a:endParaRPr lang="en-US"/>
        </a:p>
      </dgm:t>
    </dgm:pt>
    <dgm:pt modelId="{AA29FB08-7EEC-440C-B22D-024A27386CC3}" type="sibTrans" cxnId="{A93519D5-0364-4E74-AE69-8D0E42206A59}">
      <dgm:prSet/>
      <dgm:spPr/>
      <dgm:t>
        <a:bodyPr/>
        <a:lstStyle/>
        <a:p>
          <a:endParaRPr lang="en-US"/>
        </a:p>
      </dgm:t>
    </dgm:pt>
    <dgm:pt modelId="{41FC117D-46A4-414D-A4DF-2B889301AE31}">
      <dgm:prSet/>
      <dgm:spPr/>
      <dgm:t>
        <a:bodyPr/>
        <a:lstStyle/>
        <a:p>
          <a:r>
            <a:rPr lang="en-US" b="0" i="0" baseline="0"/>
            <a:t>A full payroll cycle was completed, covering:</a:t>
          </a:r>
          <a:endParaRPr lang="en-US"/>
        </a:p>
      </dgm:t>
    </dgm:pt>
    <dgm:pt modelId="{62B4FC4A-99F9-4EEC-AD5F-E4D373007E0F}" type="parTrans" cxnId="{E94A7424-C5FD-47E7-9235-573A09A90735}">
      <dgm:prSet/>
      <dgm:spPr/>
      <dgm:t>
        <a:bodyPr/>
        <a:lstStyle/>
        <a:p>
          <a:endParaRPr lang="en-US"/>
        </a:p>
      </dgm:t>
    </dgm:pt>
    <dgm:pt modelId="{33193347-485B-4B0E-8021-48A90D268E98}" type="sibTrans" cxnId="{E94A7424-C5FD-47E7-9235-573A09A90735}">
      <dgm:prSet/>
      <dgm:spPr/>
      <dgm:t>
        <a:bodyPr/>
        <a:lstStyle/>
        <a:p>
          <a:endParaRPr lang="en-US"/>
        </a:p>
      </dgm:t>
    </dgm:pt>
    <dgm:pt modelId="{E059B52D-C823-4290-A2F9-1AB9FBFF4645}">
      <dgm:prSet/>
      <dgm:spPr/>
      <dgm:t>
        <a:bodyPr/>
        <a:lstStyle/>
        <a:p>
          <a:r>
            <a:rPr lang="en-US" b="0" i="0" baseline="0"/>
            <a:t>Data entry</a:t>
          </a:r>
          <a:endParaRPr lang="en-US"/>
        </a:p>
      </dgm:t>
    </dgm:pt>
    <dgm:pt modelId="{88D3F335-D333-4EA3-9ABC-7C14EB5EFDF2}" type="parTrans" cxnId="{44BC3733-DF77-4CFF-8488-7448B5C5833F}">
      <dgm:prSet/>
      <dgm:spPr/>
      <dgm:t>
        <a:bodyPr/>
        <a:lstStyle/>
        <a:p>
          <a:endParaRPr lang="en-US"/>
        </a:p>
      </dgm:t>
    </dgm:pt>
    <dgm:pt modelId="{87214FD6-4F7B-42E5-AA82-DD9CAE8A1FCE}" type="sibTrans" cxnId="{44BC3733-DF77-4CFF-8488-7448B5C5833F}">
      <dgm:prSet/>
      <dgm:spPr/>
      <dgm:t>
        <a:bodyPr/>
        <a:lstStyle/>
        <a:p>
          <a:endParaRPr lang="en-US"/>
        </a:p>
      </dgm:t>
    </dgm:pt>
    <dgm:pt modelId="{399046E6-52DF-4324-8102-032DC1EE315A}">
      <dgm:prSet/>
      <dgm:spPr/>
      <dgm:t>
        <a:bodyPr/>
        <a:lstStyle/>
        <a:p>
          <a:r>
            <a:rPr lang="en-US" b="0" i="0" baseline="0"/>
            <a:t>Pay period selection</a:t>
          </a:r>
          <a:endParaRPr lang="en-US"/>
        </a:p>
      </dgm:t>
    </dgm:pt>
    <dgm:pt modelId="{0A49BD2C-7490-4492-862E-C6D8A08BBC0E}" type="parTrans" cxnId="{E5F2092A-0492-4FDB-8E13-B663EEAAF0A5}">
      <dgm:prSet/>
      <dgm:spPr/>
      <dgm:t>
        <a:bodyPr/>
        <a:lstStyle/>
        <a:p>
          <a:endParaRPr lang="en-US"/>
        </a:p>
      </dgm:t>
    </dgm:pt>
    <dgm:pt modelId="{1081C553-6C75-470F-BCC7-29307389EF66}" type="sibTrans" cxnId="{E5F2092A-0492-4FDB-8E13-B663EEAAF0A5}">
      <dgm:prSet/>
      <dgm:spPr/>
      <dgm:t>
        <a:bodyPr/>
        <a:lstStyle/>
        <a:p>
          <a:endParaRPr lang="en-US"/>
        </a:p>
      </dgm:t>
    </dgm:pt>
    <dgm:pt modelId="{C4BA1611-7D05-4240-B73E-27DDD786F4FF}">
      <dgm:prSet/>
      <dgm:spPr/>
      <dgm:t>
        <a:bodyPr/>
        <a:lstStyle/>
        <a:p>
          <a:r>
            <a:rPr lang="en-US" b="0" i="0" baseline="0"/>
            <a:t>Calculation</a:t>
          </a:r>
          <a:endParaRPr lang="en-US"/>
        </a:p>
      </dgm:t>
    </dgm:pt>
    <dgm:pt modelId="{265D1B47-DA08-49F2-81A4-7B93016C0103}" type="parTrans" cxnId="{8ADEA88C-ABBC-4964-AD3C-EDE81E8B0632}">
      <dgm:prSet/>
      <dgm:spPr/>
      <dgm:t>
        <a:bodyPr/>
        <a:lstStyle/>
        <a:p>
          <a:endParaRPr lang="en-US"/>
        </a:p>
      </dgm:t>
    </dgm:pt>
    <dgm:pt modelId="{F1EB1C9B-B964-48A7-9A77-B46160F4B555}" type="sibTrans" cxnId="{8ADEA88C-ABBC-4964-AD3C-EDE81E8B0632}">
      <dgm:prSet/>
      <dgm:spPr/>
      <dgm:t>
        <a:bodyPr/>
        <a:lstStyle/>
        <a:p>
          <a:endParaRPr lang="en-US"/>
        </a:p>
      </dgm:t>
    </dgm:pt>
    <dgm:pt modelId="{AD3652FE-68BD-490F-AC6B-B6817CBBB6F3}">
      <dgm:prSet/>
      <dgm:spPr/>
      <dgm:t>
        <a:bodyPr/>
        <a:lstStyle/>
        <a:p>
          <a:r>
            <a:rPr lang="en-US" b="0" i="0" baseline="0"/>
            <a:t>Verification</a:t>
          </a:r>
          <a:endParaRPr lang="en-US"/>
        </a:p>
      </dgm:t>
    </dgm:pt>
    <dgm:pt modelId="{1F46FBC5-AE30-45D4-8579-FCB946419468}" type="parTrans" cxnId="{E1D82ED1-84A3-4D3B-B810-34EB69B77DB2}">
      <dgm:prSet/>
      <dgm:spPr/>
      <dgm:t>
        <a:bodyPr/>
        <a:lstStyle/>
        <a:p>
          <a:endParaRPr lang="en-US"/>
        </a:p>
      </dgm:t>
    </dgm:pt>
    <dgm:pt modelId="{745152F5-2D22-47D6-B59E-FF34A94E7A82}" type="sibTrans" cxnId="{E1D82ED1-84A3-4D3B-B810-34EB69B77DB2}">
      <dgm:prSet/>
      <dgm:spPr/>
      <dgm:t>
        <a:bodyPr/>
        <a:lstStyle/>
        <a:p>
          <a:endParaRPr lang="en-US"/>
        </a:p>
      </dgm:t>
    </dgm:pt>
    <dgm:pt modelId="{308DA4AF-9E1F-4019-9884-6B018F4925D7}">
      <dgm:prSet/>
      <dgm:spPr/>
      <dgm:t>
        <a:bodyPr/>
        <a:lstStyle/>
        <a:p>
          <a:r>
            <a:rPr lang="en-US" b="0" i="0" baseline="0"/>
            <a:t>Finalization</a:t>
          </a:r>
          <a:endParaRPr lang="en-US"/>
        </a:p>
      </dgm:t>
    </dgm:pt>
    <dgm:pt modelId="{BEBF9DF5-6964-4C8E-A367-8E9472166DCE}" type="parTrans" cxnId="{D8F7B8C0-0CAB-4F27-A97B-EE6445265D54}">
      <dgm:prSet/>
      <dgm:spPr/>
      <dgm:t>
        <a:bodyPr/>
        <a:lstStyle/>
        <a:p>
          <a:endParaRPr lang="en-US"/>
        </a:p>
      </dgm:t>
    </dgm:pt>
    <dgm:pt modelId="{3E19777A-2553-4AFE-AE88-0182D695959E}" type="sibTrans" cxnId="{D8F7B8C0-0CAB-4F27-A97B-EE6445265D54}">
      <dgm:prSet/>
      <dgm:spPr/>
      <dgm:t>
        <a:bodyPr/>
        <a:lstStyle/>
        <a:p>
          <a:endParaRPr lang="en-US"/>
        </a:p>
      </dgm:t>
    </dgm:pt>
    <dgm:pt modelId="{C9D35C7D-977F-4E6D-822F-A0FE81F5C128}">
      <dgm:prSet/>
      <dgm:spPr/>
      <dgm:t>
        <a:bodyPr/>
        <a:lstStyle/>
        <a:p>
          <a:r>
            <a:rPr lang="en-US" b="1" i="0" baseline="0"/>
            <a:t>5. Pay Statements Generated</a:t>
          </a:r>
          <a:endParaRPr lang="en-US"/>
        </a:p>
      </dgm:t>
    </dgm:pt>
    <dgm:pt modelId="{F8C723B9-DDA9-4628-9974-CF3A170AEB38}" type="parTrans" cxnId="{C2793D0F-F7A9-4067-A57E-B7A0425CAE31}">
      <dgm:prSet/>
      <dgm:spPr/>
      <dgm:t>
        <a:bodyPr/>
        <a:lstStyle/>
        <a:p>
          <a:endParaRPr lang="en-US"/>
        </a:p>
      </dgm:t>
    </dgm:pt>
    <dgm:pt modelId="{884028D0-94EF-4727-BCA3-33377B16CF6F}" type="sibTrans" cxnId="{C2793D0F-F7A9-4067-A57E-B7A0425CAE31}">
      <dgm:prSet/>
      <dgm:spPr/>
      <dgm:t>
        <a:bodyPr/>
        <a:lstStyle/>
        <a:p>
          <a:endParaRPr lang="en-US"/>
        </a:p>
      </dgm:t>
    </dgm:pt>
    <dgm:pt modelId="{5E7788EC-F529-4017-9842-201EE1028D21}">
      <dgm:prSet/>
      <dgm:spPr/>
      <dgm:t>
        <a:bodyPr/>
        <a:lstStyle/>
        <a:p>
          <a:r>
            <a:rPr lang="en-US" b="0" i="0" baseline="0"/>
            <a:t>Individual </a:t>
          </a:r>
          <a:r>
            <a:rPr lang="en-US" b="1" i="0" baseline="0"/>
            <a:t>pay slips</a:t>
          </a:r>
          <a:r>
            <a:rPr lang="en-US" b="0" i="0" baseline="0"/>
            <a:t> were produced for all 10 employees, showing:</a:t>
          </a:r>
          <a:endParaRPr lang="en-US"/>
        </a:p>
      </dgm:t>
    </dgm:pt>
    <dgm:pt modelId="{F149EAAF-C2BF-4D9B-A1C0-E2528F1F0057}" type="parTrans" cxnId="{922F833F-F95F-4D0C-8824-4B00A6C180D7}">
      <dgm:prSet/>
      <dgm:spPr/>
      <dgm:t>
        <a:bodyPr/>
        <a:lstStyle/>
        <a:p>
          <a:endParaRPr lang="en-US"/>
        </a:p>
      </dgm:t>
    </dgm:pt>
    <dgm:pt modelId="{ADA20205-BF41-4136-8727-CE7664A115C7}" type="sibTrans" cxnId="{922F833F-F95F-4D0C-8824-4B00A6C180D7}">
      <dgm:prSet/>
      <dgm:spPr/>
      <dgm:t>
        <a:bodyPr/>
        <a:lstStyle/>
        <a:p>
          <a:endParaRPr lang="en-US"/>
        </a:p>
      </dgm:t>
    </dgm:pt>
    <dgm:pt modelId="{F5EF930B-F458-4CDA-9B9D-F6C0DAC4128C}">
      <dgm:prSet/>
      <dgm:spPr/>
      <dgm:t>
        <a:bodyPr/>
        <a:lstStyle/>
        <a:p>
          <a:r>
            <a:rPr lang="en-US" b="0" i="0" baseline="0"/>
            <a:t>Earnings</a:t>
          </a:r>
          <a:endParaRPr lang="en-US"/>
        </a:p>
      </dgm:t>
    </dgm:pt>
    <dgm:pt modelId="{59E1392D-997D-4800-9A03-71AEEFC5EA26}" type="parTrans" cxnId="{6AE56050-77B3-4D5C-A36A-1D70B5B48965}">
      <dgm:prSet/>
      <dgm:spPr/>
      <dgm:t>
        <a:bodyPr/>
        <a:lstStyle/>
        <a:p>
          <a:endParaRPr lang="en-US"/>
        </a:p>
      </dgm:t>
    </dgm:pt>
    <dgm:pt modelId="{92CA9EF4-5080-4E0F-AE01-509F8998B096}" type="sibTrans" cxnId="{6AE56050-77B3-4D5C-A36A-1D70B5B48965}">
      <dgm:prSet/>
      <dgm:spPr/>
      <dgm:t>
        <a:bodyPr/>
        <a:lstStyle/>
        <a:p>
          <a:endParaRPr lang="en-US"/>
        </a:p>
      </dgm:t>
    </dgm:pt>
    <dgm:pt modelId="{984412EC-01F5-4FAF-B5B5-66DE45ACF3BE}">
      <dgm:prSet/>
      <dgm:spPr/>
      <dgm:t>
        <a:bodyPr/>
        <a:lstStyle/>
        <a:p>
          <a:r>
            <a:rPr lang="en-US" b="0" i="0" baseline="0"/>
            <a:t>Deductions</a:t>
          </a:r>
          <a:endParaRPr lang="en-US"/>
        </a:p>
      </dgm:t>
    </dgm:pt>
    <dgm:pt modelId="{CF89C429-BDB3-4950-8A3E-B7D3FDE34DD7}" type="parTrans" cxnId="{DE31167F-BBD0-4449-A69F-924681504F33}">
      <dgm:prSet/>
      <dgm:spPr/>
      <dgm:t>
        <a:bodyPr/>
        <a:lstStyle/>
        <a:p>
          <a:endParaRPr lang="en-US"/>
        </a:p>
      </dgm:t>
    </dgm:pt>
    <dgm:pt modelId="{F1441F46-3B02-4679-AFBE-A129F06560FC}" type="sibTrans" cxnId="{DE31167F-BBD0-4449-A69F-924681504F33}">
      <dgm:prSet/>
      <dgm:spPr/>
      <dgm:t>
        <a:bodyPr/>
        <a:lstStyle/>
        <a:p>
          <a:endParaRPr lang="en-US"/>
        </a:p>
      </dgm:t>
    </dgm:pt>
    <dgm:pt modelId="{9D6246E9-60F9-4CFD-9E5F-F872164587B5}">
      <dgm:prSet/>
      <dgm:spPr/>
      <dgm:t>
        <a:bodyPr/>
        <a:lstStyle/>
        <a:p>
          <a:r>
            <a:rPr lang="en-US" b="0" i="0" baseline="0"/>
            <a:t>Net salary</a:t>
          </a:r>
          <a:endParaRPr lang="en-US"/>
        </a:p>
      </dgm:t>
    </dgm:pt>
    <dgm:pt modelId="{A0A714C7-D608-4044-B53E-AFDB282E17F3}" type="parTrans" cxnId="{79DC2FA4-66D1-484A-BE95-DAE610AC76F2}">
      <dgm:prSet/>
      <dgm:spPr/>
      <dgm:t>
        <a:bodyPr/>
        <a:lstStyle/>
        <a:p>
          <a:endParaRPr lang="en-US"/>
        </a:p>
      </dgm:t>
    </dgm:pt>
    <dgm:pt modelId="{F8DF16AA-BDEF-4D0A-818D-F80516496562}" type="sibTrans" cxnId="{79DC2FA4-66D1-484A-BE95-DAE610AC76F2}">
      <dgm:prSet/>
      <dgm:spPr/>
      <dgm:t>
        <a:bodyPr/>
        <a:lstStyle/>
        <a:p>
          <a:endParaRPr lang="en-US"/>
        </a:p>
      </dgm:t>
    </dgm:pt>
    <dgm:pt modelId="{7A7A4414-7134-402D-AF2D-474CAFF71888}">
      <dgm:prSet/>
      <dgm:spPr/>
      <dgm:t>
        <a:bodyPr/>
        <a:lstStyle/>
        <a:p>
          <a:r>
            <a:rPr lang="en-US" b="0" i="0" baseline="0"/>
            <a:t>Attendance-based adjustments</a:t>
          </a:r>
          <a:endParaRPr lang="en-US"/>
        </a:p>
      </dgm:t>
    </dgm:pt>
    <dgm:pt modelId="{C5C8F1E2-A80F-4A90-98A4-830912263AF1}" type="parTrans" cxnId="{622DD282-7CD2-40CC-83D5-16AC9C94D890}">
      <dgm:prSet/>
      <dgm:spPr/>
      <dgm:t>
        <a:bodyPr/>
        <a:lstStyle/>
        <a:p>
          <a:endParaRPr lang="en-US"/>
        </a:p>
      </dgm:t>
    </dgm:pt>
    <dgm:pt modelId="{7D6124DF-E8B7-4F23-A14F-0288AE2E800F}" type="sibTrans" cxnId="{622DD282-7CD2-40CC-83D5-16AC9C94D890}">
      <dgm:prSet/>
      <dgm:spPr/>
      <dgm:t>
        <a:bodyPr/>
        <a:lstStyle/>
        <a:p>
          <a:endParaRPr lang="en-US"/>
        </a:p>
      </dgm:t>
    </dgm:pt>
    <dgm:pt modelId="{E23E6FBD-AA37-4DB5-80EB-376799D33706}">
      <dgm:prSet/>
      <dgm:spPr/>
      <dgm:t>
        <a:bodyPr/>
        <a:lstStyle/>
        <a:p>
          <a:r>
            <a:rPr lang="en-US" b="1" i="0" baseline="0"/>
            <a:t>6. Validation of System Configuration</a:t>
          </a:r>
          <a:endParaRPr lang="en-US"/>
        </a:p>
      </dgm:t>
    </dgm:pt>
    <dgm:pt modelId="{068A64FA-D148-43C3-A2CB-D4C7BDFDCFF7}" type="parTrans" cxnId="{3BEFB819-8799-470B-8B71-25E2B16F1C03}">
      <dgm:prSet/>
      <dgm:spPr/>
      <dgm:t>
        <a:bodyPr/>
        <a:lstStyle/>
        <a:p>
          <a:endParaRPr lang="en-US"/>
        </a:p>
      </dgm:t>
    </dgm:pt>
    <dgm:pt modelId="{337A9B17-E587-4FB1-BE44-75E48D23CFEA}" type="sibTrans" cxnId="{3BEFB819-8799-470B-8B71-25E2B16F1C03}">
      <dgm:prSet/>
      <dgm:spPr/>
      <dgm:t>
        <a:bodyPr/>
        <a:lstStyle/>
        <a:p>
          <a:endParaRPr lang="en-US"/>
        </a:p>
      </dgm:t>
    </dgm:pt>
    <dgm:pt modelId="{E2556C0E-F26C-48DE-81BC-52B7F603ABCC}">
      <dgm:prSet/>
      <dgm:spPr/>
      <dgm:t>
        <a:bodyPr/>
        <a:lstStyle/>
        <a:p>
          <a:r>
            <a:rPr lang="en-US" b="0" i="0" baseline="0"/>
            <a:t>All payroll components were tested and validated, confirming that the system produced accurate and reliable payroll outcomes.</a:t>
          </a:r>
          <a:endParaRPr lang="en-US"/>
        </a:p>
      </dgm:t>
    </dgm:pt>
    <dgm:pt modelId="{DDCCE1F8-64AD-45CF-8797-3603F08279DB}" type="parTrans" cxnId="{D1240AC5-271C-4ED7-A3CB-3DAFBFF67FAF}">
      <dgm:prSet/>
      <dgm:spPr/>
      <dgm:t>
        <a:bodyPr/>
        <a:lstStyle/>
        <a:p>
          <a:endParaRPr lang="en-US"/>
        </a:p>
      </dgm:t>
    </dgm:pt>
    <dgm:pt modelId="{A95F1629-7413-482B-81F0-ED4FBF68700E}" type="sibTrans" cxnId="{D1240AC5-271C-4ED7-A3CB-3DAFBFF67FAF}">
      <dgm:prSet/>
      <dgm:spPr/>
      <dgm:t>
        <a:bodyPr/>
        <a:lstStyle/>
        <a:p>
          <a:endParaRPr lang="en-US"/>
        </a:p>
      </dgm:t>
    </dgm:pt>
    <dgm:pt modelId="{DE2ECF5A-EFF7-40C3-967D-42639746D691}">
      <dgm:prSet/>
      <dgm:spPr/>
      <dgm:t>
        <a:bodyPr/>
        <a:lstStyle/>
        <a:p>
          <a:r>
            <a:rPr lang="en-US" b="1" i="0" baseline="0"/>
            <a:t>7. Demonstrated End-to-End Payroll Process</a:t>
          </a:r>
          <a:endParaRPr lang="en-US"/>
        </a:p>
      </dgm:t>
    </dgm:pt>
    <dgm:pt modelId="{4CD34AB7-54CA-48FC-A85B-BEF505E89A94}" type="parTrans" cxnId="{E2689D32-56B1-4EAE-96C7-86D984A3644E}">
      <dgm:prSet/>
      <dgm:spPr/>
      <dgm:t>
        <a:bodyPr/>
        <a:lstStyle/>
        <a:p>
          <a:endParaRPr lang="en-US"/>
        </a:p>
      </dgm:t>
    </dgm:pt>
    <dgm:pt modelId="{2B42BCDF-A4C3-4EB2-9B2B-821159FD195D}" type="sibTrans" cxnId="{E2689D32-56B1-4EAE-96C7-86D984A3644E}">
      <dgm:prSet/>
      <dgm:spPr/>
      <dgm:t>
        <a:bodyPr/>
        <a:lstStyle/>
        <a:p>
          <a:endParaRPr lang="en-US"/>
        </a:p>
      </dgm:t>
    </dgm:pt>
    <dgm:pt modelId="{BD7B14D3-60FA-4643-9ECE-7AD27A3A7E0D}">
      <dgm:prSet/>
      <dgm:spPr/>
      <dgm:t>
        <a:bodyPr/>
        <a:lstStyle/>
        <a:p>
          <a:r>
            <a:rPr lang="en-US" b="0" i="0" baseline="0"/>
            <a:t>The project proved the ability to configure and run payroll from start to finish, demonstrating strong understanding of payroll ERP workflows.</a:t>
          </a:r>
          <a:endParaRPr lang="en-US"/>
        </a:p>
      </dgm:t>
    </dgm:pt>
    <dgm:pt modelId="{1F4B4457-B2B5-4A7F-A034-7F48D2091D7C}" type="parTrans" cxnId="{E7FADEC4-6B0A-4981-A034-D269360896A5}">
      <dgm:prSet/>
      <dgm:spPr/>
      <dgm:t>
        <a:bodyPr/>
        <a:lstStyle/>
        <a:p>
          <a:endParaRPr lang="en-US"/>
        </a:p>
      </dgm:t>
    </dgm:pt>
    <dgm:pt modelId="{B5D334B2-1486-46A3-8C97-5A2CBA91733F}" type="sibTrans" cxnId="{E7FADEC4-6B0A-4981-A034-D269360896A5}">
      <dgm:prSet/>
      <dgm:spPr/>
      <dgm:t>
        <a:bodyPr/>
        <a:lstStyle/>
        <a:p>
          <a:endParaRPr lang="en-US"/>
        </a:p>
      </dgm:t>
    </dgm:pt>
    <dgm:pt modelId="{769B7D6D-CFB1-4F64-9E39-2C14F6196E59}" type="pres">
      <dgm:prSet presAssocID="{67A9D20A-4A49-4B1E-93C4-010C65BFF252}" presName="diagram" presStyleCnt="0">
        <dgm:presLayoutVars>
          <dgm:dir/>
          <dgm:resizeHandles val="exact"/>
        </dgm:presLayoutVars>
      </dgm:prSet>
      <dgm:spPr/>
      <dgm:t>
        <a:bodyPr/>
        <a:lstStyle/>
        <a:p>
          <a:endParaRPr lang="en-US"/>
        </a:p>
      </dgm:t>
    </dgm:pt>
    <dgm:pt modelId="{A4F358B6-84DA-4042-BCC1-59A7A3750BCA}" type="pres">
      <dgm:prSet presAssocID="{3A4F2636-B1FE-4417-B60A-BA1C980ACCB9}" presName="node" presStyleLbl="node1" presStyleIdx="0" presStyleCnt="14">
        <dgm:presLayoutVars>
          <dgm:bulletEnabled val="1"/>
        </dgm:presLayoutVars>
      </dgm:prSet>
      <dgm:spPr/>
      <dgm:t>
        <a:bodyPr/>
        <a:lstStyle/>
        <a:p>
          <a:endParaRPr lang="en-US"/>
        </a:p>
      </dgm:t>
    </dgm:pt>
    <dgm:pt modelId="{5C9701B2-8C60-4901-8E32-11B865B00F3C}" type="pres">
      <dgm:prSet presAssocID="{BCDFAC80-B968-4FD9-8176-F6B0E66E7231}" presName="sibTrans" presStyleCnt="0"/>
      <dgm:spPr/>
    </dgm:pt>
    <dgm:pt modelId="{2AC83607-A243-4D14-8BB9-1E81CC18DC80}" type="pres">
      <dgm:prSet presAssocID="{1649D814-F619-42AA-81F1-36F1D98F4969}" presName="node" presStyleLbl="node1" presStyleIdx="1" presStyleCnt="14">
        <dgm:presLayoutVars>
          <dgm:bulletEnabled val="1"/>
        </dgm:presLayoutVars>
      </dgm:prSet>
      <dgm:spPr/>
      <dgm:t>
        <a:bodyPr/>
        <a:lstStyle/>
        <a:p>
          <a:endParaRPr lang="en-US"/>
        </a:p>
      </dgm:t>
    </dgm:pt>
    <dgm:pt modelId="{25CA222D-B30C-4481-BE00-063A6F590C1F}" type="pres">
      <dgm:prSet presAssocID="{3541F481-950D-4DAF-89AC-30561CFB5B95}" presName="sibTrans" presStyleCnt="0"/>
      <dgm:spPr/>
    </dgm:pt>
    <dgm:pt modelId="{C0E6A042-A49C-4ABD-810A-F37703033AE2}" type="pres">
      <dgm:prSet presAssocID="{3D9B6241-B018-4B0F-A792-81EBDED104CD}" presName="node" presStyleLbl="node1" presStyleIdx="2" presStyleCnt="14">
        <dgm:presLayoutVars>
          <dgm:bulletEnabled val="1"/>
        </dgm:presLayoutVars>
      </dgm:prSet>
      <dgm:spPr/>
      <dgm:t>
        <a:bodyPr/>
        <a:lstStyle/>
        <a:p>
          <a:endParaRPr lang="en-US"/>
        </a:p>
      </dgm:t>
    </dgm:pt>
    <dgm:pt modelId="{0E5C9E53-9D58-4995-8B84-2210FCFE4FCA}" type="pres">
      <dgm:prSet presAssocID="{C096B489-93DE-457A-80F9-1EE0E25593C7}" presName="sibTrans" presStyleCnt="0"/>
      <dgm:spPr/>
    </dgm:pt>
    <dgm:pt modelId="{015C52A7-F602-41AD-9C8F-CD654B4E51BD}" type="pres">
      <dgm:prSet presAssocID="{DBA1727B-875E-49CF-9151-60B964A358B3}" presName="node" presStyleLbl="node1" presStyleIdx="3" presStyleCnt="14">
        <dgm:presLayoutVars>
          <dgm:bulletEnabled val="1"/>
        </dgm:presLayoutVars>
      </dgm:prSet>
      <dgm:spPr/>
      <dgm:t>
        <a:bodyPr/>
        <a:lstStyle/>
        <a:p>
          <a:endParaRPr lang="en-US"/>
        </a:p>
      </dgm:t>
    </dgm:pt>
    <dgm:pt modelId="{74BF50CE-39AF-423E-A216-C0795FAF1205}" type="pres">
      <dgm:prSet presAssocID="{236EC39F-2A9D-4B75-BBFF-FEE5E2DAAF63}" presName="sibTrans" presStyleCnt="0"/>
      <dgm:spPr/>
    </dgm:pt>
    <dgm:pt modelId="{0E0253AE-F28E-4C5B-AB27-B3D609752E33}" type="pres">
      <dgm:prSet presAssocID="{59CF70AB-8198-47F6-8C17-F7EC5C8BFC1C}" presName="node" presStyleLbl="node1" presStyleIdx="4" presStyleCnt="14">
        <dgm:presLayoutVars>
          <dgm:bulletEnabled val="1"/>
        </dgm:presLayoutVars>
      </dgm:prSet>
      <dgm:spPr/>
      <dgm:t>
        <a:bodyPr/>
        <a:lstStyle/>
        <a:p>
          <a:endParaRPr lang="en-US"/>
        </a:p>
      </dgm:t>
    </dgm:pt>
    <dgm:pt modelId="{19E96A4E-CAC9-4B9B-B071-E4F018C35613}" type="pres">
      <dgm:prSet presAssocID="{D22C326A-4DDE-46DE-B888-E4CFF534A4ED}" presName="sibTrans" presStyleCnt="0"/>
      <dgm:spPr/>
    </dgm:pt>
    <dgm:pt modelId="{4E3ACF3B-CF12-4488-98D7-94F5AC2DF349}" type="pres">
      <dgm:prSet presAssocID="{0CCDA3B4-85DC-4033-9EB7-AD8EB779194E}" presName="node" presStyleLbl="node1" presStyleIdx="5" presStyleCnt="14">
        <dgm:presLayoutVars>
          <dgm:bulletEnabled val="1"/>
        </dgm:presLayoutVars>
      </dgm:prSet>
      <dgm:spPr/>
      <dgm:t>
        <a:bodyPr/>
        <a:lstStyle/>
        <a:p>
          <a:endParaRPr lang="en-US"/>
        </a:p>
      </dgm:t>
    </dgm:pt>
    <dgm:pt modelId="{2ACEE1F9-0E99-4D0A-B009-28E6808E4A4F}" type="pres">
      <dgm:prSet presAssocID="{9ACFDBF5-09F5-410E-B85B-8813325F212F}" presName="sibTrans" presStyleCnt="0"/>
      <dgm:spPr/>
    </dgm:pt>
    <dgm:pt modelId="{E960B673-844F-4689-AE8F-F1A8011A7025}" type="pres">
      <dgm:prSet presAssocID="{08C6BEFF-E351-4AA5-8CA1-DFA72FFAE3CB}" presName="node" presStyleLbl="node1" presStyleIdx="6" presStyleCnt="14">
        <dgm:presLayoutVars>
          <dgm:bulletEnabled val="1"/>
        </dgm:presLayoutVars>
      </dgm:prSet>
      <dgm:spPr/>
      <dgm:t>
        <a:bodyPr/>
        <a:lstStyle/>
        <a:p>
          <a:endParaRPr lang="en-US"/>
        </a:p>
      </dgm:t>
    </dgm:pt>
    <dgm:pt modelId="{0724688B-A2B4-4D88-AF84-032F76789841}" type="pres">
      <dgm:prSet presAssocID="{AA29FB08-7EEC-440C-B22D-024A27386CC3}" presName="sibTrans" presStyleCnt="0"/>
      <dgm:spPr/>
    </dgm:pt>
    <dgm:pt modelId="{09D1BB8F-AC3B-43AA-9B2A-A688B7658F79}" type="pres">
      <dgm:prSet presAssocID="{41FC117D-46A4-414D-A4DF-2B889301AE31}" presName="node" presStyleLbl="node1" presStyleIdx="7" presStyleCnt="14">
        <dgm:presLayoutVars>
          <dgm:bulletEnabled val="1"/>
        </dgm:presLayoutVars>
      </dgm:prSet>
      <dgm:spPr/>
      <dgm:t>
        <a:bodyPr/>
        <a:lstStyle/>
        <a:p>
          <a:endParaRPr lang="en-US"/>
        </a:p>
      </dgm:t>
    </dgm:pt>
    <dgm:pt modelId="{343C5A88-C813-48C2-A648-BC7C4760A841}" type="pres">
      <dgm:prSet presAssocID="{33193347-485B-4B0E-8021-48A90D268E98}" presName="sibTrans" presStyleCnt="0"/>
      <dgm:spPr/>
    </dgm:pt>
    <dgm:pt modelId="{57D6D4B5-1FDA-4CFF-AF3B-4D2D33D2DB88}" type="pres">
      <dgm:prSet presAssocID="{C9D35C7D-977F-4E6D-822F-A0FE81F5C128}" presName="node" presStyleLbl="node1" presStyleIdx="8" presStyleCnt="14">
        <dgm:presLayoutVars>
          <dgm:bulletEnabled val="1"/>
        </dgm:presLayoutVars>
      </dgm:prSet>
      <dgm:spPr/>
      <dgm:t>
        <a:bodyPr/>
        <a:lstStyle/>
        <a:p>
          <a:endParaRPr lang="en-US"/>
        </a:p>
      </dgm:t>
    </dgm:pt>
    <dgm:pt modelId="{3C181074-0D06-475A-8761-8508582DC5A6}" type="pres">
      <dgm:prSet presAssocID="{884028D0-94EF-4727-BCA3-33377B16CF6F}" presName="sibTrans" presStyleCnt="0"/>
      <dgm:spPr/>
    </dgm:pt>
    <dgm:pt modelId="{5AB5ED56-C9CA-4E02-90F6-55AE4C9A16C1}" type="pres">
      <dgm:prSet presAssocID="{5E7788EC-F529-4017-9842-201EE1028D21}" presName="node" presStyleLbl="node1" presStyleIdx="9" presStyleCnt="14">
        <dgm:presLayoutVars>
          <dgm:bulletEnabled val="1"/>
        </dgm:presLayoutVars>
      </dgm:prSet>
      <dgm:spPr/>
      <dgm:t>
        <a:bodyPr/>
        <a:lstStyle/>
        <a:p>
          <a:endParaRPr lang="en-US"/>
        </a:p>
      </dgm:t>
    </dgm:pt>
    <dgm:pt modelId="{D3AF062C-9C39-4266-931C-3886F425690F}" type="pres">
      <dgm:prSet presAssocID="{ADA20205-BF41-4136-8727-CE7664A115C7}" presName="sibTrans" presStyleCnt="0"/>
      <dgm:spPr/>
    </dgm:pt>
    <dgm:pt modelId="{05DDF74C-01CC-4BB3-90B6-DDC68C549852}" type="pres">
      <dgm:prSet presAssocID="{E23E6FBD-AA37-4DB5-80EB-376799D33706}" presName="node" presStyleLbl="node1" presStyleIdx="10" presStyleCnt="14">
        <dgm:presLayoutVars>
          <dgm:bulletEnabled val="1"/>
        </dgm:presLayoutVars>
      </dgm:prSet>
      <dgm:spPr/>
      <dgm:t>
        <a:bodyPr/>
        <a:lstStyle/>
        <a:p>
          <a:endParaRPr lang="en-US"/>
        </a:p>
      </dgm:t>
    </dgm:pt>
    <dgm:pt modelId="{49F70030-1320-4718-9B45-F8BF4B383A93}" type="pres">
      <dgm:prSet presAssocID="{337A9B17-E587-4FB1-BE44-75E48D23CFEA}" presName="sibTrans" presStyleCnt="0"/>
      <dgm:spPr/>
    </dgm:pt>
    <dgm:pt modelId="{71916105-464A-4220-87FB-4119EE84FA3D}" type="pres">
      <dgm:prSet presAssocID="{E2556C0E-F26C-48DE-81BC-52B7F603ABCC}" presName="node" presStyleLbl="node1" presStyleIdx="11" presStyleCnt="14">
        <dgm:presLayoutVars>
          <dgm:bulletEnabled val="1"/>
        </dgm:presLayoutVars>
      </dgm:prSet>
      <dgm:spPr/>
      <dgm:t>
        <a:bodyPr/>
        <a:lstStyle/>
        <a:p>
          <a:endParaRPr lang="en-US"/>
        </a:p>
      </dgm:t>
    </dgm:pt>
    <dgm:pt modelId="{DAB631D4-EFAD-492D-BEB9-7C0CEF6431A8}" type="pres">
      <dgm:prSet presAssocID="{A95F1629-7413-482B-81F0-ED4FBF68700E}" presName="sibTrans" presStyleCnt="0"/>
      <dgm:spPr/>
    </dgm:pt>
    <dgm:pt modelId="{620054EE-11B8-4A2B-A2E3-6E830B72E475}" type="pres">
      <dgm:prSet presAssocID="{DE2ECF5A-EFF7-40C3-967D-42639746D691}" presName="node" presStyleLbl="node1" presStyleIdx="12" presStyleCnt="14">
        <dgm:presLayoutVars>
          <dgm:bulletEnabled val="1"/>
        </dgm:presLayoutVars>
      </dgm:prSet>
      <dgm:spPr/>
      <dgm:t>
        <a:bodyPr/>
        <a:lstStyle/>
        <a:p>
          <a:endParaRPr lang="en-US"/>
        </a:p>
      </dgm:t>
    </dgm:pt>
    <dgm:pt modelId="{C61F8BBD-1232-4F14-A763-DFC773C9B3B2}" type="pres">
      <dgm:prSet presAssocID="{2B42BCDF-A4C3-4EB2-9B2B-821159FD195D}" presName="sibTrans" presStyleCnt="0"/>
      <dgm:spPr/>
    </dgm:pt>
    <dgm:pt modelId="{457ED7FE-E119-46B3-B15F-B84591C18D1B}" type="pres">
      <dgm:prSet presAssocID="{BD7B14D3-60FA-4643-9ECE-7AD27A3A7E0D}" presName="node" presStyleLbl="node1" presStyleIdx="13" presStyleCnt="14">
        <dgm:presLayoutVars>
          <dgm:bulletEnabled val="1"/>
        </dgm:presLayoutVars>
      </dgm:prSet>
      <dgm:spPr/>
      <dgm:t>
        <a:bodyPr/>
        <a:lstStyle/>
        <a:p>
          <a:endParaRPr lang="en-US"/>
        </a:p>
      </dgm:t>
    </dgm:pt>
  </dgm:ptLst>
  <dgm:cxnLst>
    <dgm:cxn modelId="{1978BBDB-DC3A-4EC6-B527-6935E0395810}" type="presOf" srcId="{1649D814-F619-42AA-81F1-36F1D98F4969}" destId="{2AC83607-A243-4D14-8BB9-1E81CC18DC80}" srcOrd="0" destOrd="0" presId="urn:microsoft.com/office/officeart/2005/8/layout/default"/>
    <dgm:cxn modelId="{5AFCF602-B6D1-47F6-8CD4-4E6A27CC60C9}" type="presOf" srcId="{C4BA1611-7D05-4240-B73E-27DDD786F4FF}" destId="{09D1BB8F-AC3B-43AA-9B2A-A688B7658F79}" srcOrd="0" destOrd="3" presId="urn:microsoft.com/office/officeart/2005/8/layout/default"/>
    <dgm:cxn modelId="{A93519D5-0364-4E74-AE69-8D0E42206A59}" srcId="{67A9D20A-4A49-4B1E-93C4-010C65BFF252}" destId="{08C6BEFF-E351-4AA5-8CA1-DFA72FFAE3CB}" srcOrd="6" destOrd="0" parTransId="{CA574294-B384-482A-8582-5C277734AFB4}" sibTransId="{AA29FB08-7EEC-440C-B22D-024A27386CC3}"/>
    <dgm:cxn modelId="{952742CF-80ED-4888-A6E0-CB2AA910C629}" type="presOf" srcId="{DBF7E1F4-F525-44D2-9C34-5A627FB2E7B5}" destId="{015C52A7-F602-41AD-9C8F-CD654B4E51BD}" srcOrd="0" destOrd="1" presId="urn:microsoft.com/office/officeart/2005/8/layout/default"/>
    <dgm:cxn modelId="{E6DB8775-02E3-44DB-8F70-94249C585EA5}" type="presOf" srcId="{F5EF930B-F458-4CDA-9B9D-F6C0DAC4128C}" destId="{5AB5ED56-C9CA-4E02-90F6-55AE4C9A16C1}" srcOrd="0" destOrd="1" presId="urn:microsoft.com/office/officeart/2005/8/layout/default"/>
    <dgm:cxn modelId="{CBF81EFE-6CF2-47FE-B9D7-1DA3D2147C3A}" type="presOf" srcId="{7A7A4414-7134-402D-AF2D-474CAFF71888}" destId="{5AB5ED56-C9CA-4E02-90F6-55AE4C9A16C1}" srcOrd="0" destOrd="4" presId="urn:microsoft.com/office/officeart/2005/8/layout/default"/>
    <dgm:cxn modelId="{1F5D954E-8512-4F6D-AEA7-ECF6C2872E4F}" type="presOf" srcId="{BD7B14D3-60FA-4643-9ECE-7AD27A3A7E0D}" destId="{457ED7FE-E119-46B3-B15F-B84591C18D1B}" srcOrd="0" destOrd="0" presId="urn:microsoft.com/office/officeart/2005/8/layout/default"/>
    <dgm:cxn modelId="{9E6DF506-57E0-4D92-B8E7-46ABEA2B624F}" type="presOf" srcId="{E23E6FBD-AA37-4DB5-80EB-376799D33706}" destId="{05DDF74C-01CC-4BB3-90B6-DDC68C549852}" srcOrd="0" destOrd="0" presId="urn:microsoft.com/office/officeart/2005/8/layout/default"/>
    <dgm:cxn modelId="{D1240AC5-271C-4ED7-A3CB-3DAFBFF67FAF}" srcId="{67A9D20A-4A49-4B1E-93C4-010C65BFF252}" destId="{E2556C0E-F26C-48DE-81BC-52B7F603ABCC}" srcOrd="11" destOrd="0" parTransId="{DDCCE1F8-64AD-45CF-8797-3603F08279DB}" sibTransId="{A95F1629-7413-482B-81F0-ED4FBF68700E}"/>
    <dgm:cxn modelId="{D81E6D04-F856-43F7-9C18-85C7A79593CC}" srcId="{DBA1727B-875E-49CF-9151-60B964A358B3}" destId="{DBF7E1F4-F525-44D2-9C34-5A627FB2E7B5}" srcOrd="0" destOrd="0" parTransId="{E65E250A-C7CC-45F9-B9B1-974818A60E65}" sibTransId="{AE39F99D-82A7-429F-8141-FD96856594BB}"/>
    <dgm:cxn modelId="{F1B86F11-C2FB-4904-A76E-F9BF1730A00D}" srcId="{67A9D20A-4A49-4B1E-93C4-010C65BFF252}" destId="{59CF70AB-8198-47F6-8C17-F7EC5C8BFC1C}" srcOrd="4" destOrd="0" parTransId="{EB651B95-E405-4A01-93F7-86E1DF5C784F}" sibTransId="{D22C326A-4DDE-46DE-B888-E4CFF534A4ED}"/>
    <dgm:cxn modelId="{8A3E4B68-908C-47F6-BF3E-C99BA25CFF07}" srcId="{67A9D20A-4A49-4B1E-93C4-010C65BFF252}" destId="{3A4F2636-B1FE-4417-B60A-BA1C980ACCB9}" srcOrd="0" destOrd="0" parTransId="{05B101B2-84A4-4BB2-922A-B9E54BB0F678}" sibTransId="{BCDFAC80-B968-4FD9-8176-F6B0E66E7231}"/>
    <dgm:cxn modelId="{C785AEA3-9038-499F-9895-36881ED9CC18}" type="presOf" srcId="{08C6BEFF-E351-4AA5-8CA1-DFA72FFAE3CB}" destId="{E960B673-844F-4689-AE8F-F1A8011A7025}" srcOrd="0" destOrd="0" presId="urn:microsoft.com/office/officeart/2005/8/layout/default"/>
    <dgm:cxn modelId="{DF0C50FC-1FE7-4F5F-B98D-6F3671ED94D2}" type="presOf" srcId="{C9D35C7D-977F-4E6D-822F-A0FE81F5C128}" destId="{57D6D4B5-1FDA-4CFF-AF3B-4D2D33D2DB88}" srcOrd="0" destOrd="0" presId="urn:microsoft.com/office/officeart/2005/8/layout/default"/>
    <dgm:cxn modelId="{6AE56050-77B3-4D5C-A36A-1D70B5B48965}" srcId="{5E7788EC-F529-4017-9842-201EE1028D21}" destId="{F5EF930B-F458-4CDA-9B9D-F6C0DAC4128C}" srcOrd="0" destOrd="0" parTransId="{59E1392D-997D-4800-9A03-71AEEFC5EA26}" sibTransId="{92CA9EF4-5080-4E0F-AE01-509F8998B096}"/>
    <dgm:cxn modelId="{F416C63D-8B8F-4297-861D-E18C6B772765}" type="presOf" srcId="{5DEC83B3-D3AC-493D-9B01-F734D70E5109}" destId="{015C52A7-F602-41AD-9C8F-CD654B4E51BD}" srcOrd="0" destOrd="5" presId="urn:microsoft.com/office/officeart/2005/8/layout/default"/>
    <dgm:cxn modelId="{23E9A277-5F34-4689-9EC7-A8D88EC58A96}" srcId="{67A9D20A-4A49-4B1E-93C4-010C65BFF252}" destId="{0CCDA3B4-85DC-4033-9EB7-AD8EB779194E}" srcOrd="5" destOrd="0" parTransId="{12A9C996-D90D-427F-BBE3-5D1CFD39B226}" sibTransId="{9ACFDBF5-09F5-410E-B85B-8813325F212F}"/>
    <dgm:cxn modelId="{6502D799-5000-474B-943C-02B339E00E4B}" type="presOf" srcId="{9D6246E9-60F9-4CFD-9E5F-F872164587B5}" destId="{5AB5ED56-C9CA-4E02-90F6-55AE4C9A16C1}" srcOrd="0" destOrd="3" presId="urn:microsoft.com/office/officeart/2005/8/layout/default"/>
    <dgm:cxn modelId="{1DBC02F1-402E-43A8-B3AA-480DB19FC519}" type="presOf" srcId="{41FC117D-46A4-414D-A4DF-2B889301AE31}" destId="{09D1BB8F-AC3B-43AA-9B2A-A688B7658F79}" srcOrd="0" destOrd="0" presId="urn:microsoft.com/office/officeart/2005/8/layout/default"/>
    <dgm:cxn modelId="{44076165-4C72-48C7-8B86-25CBE12C3A79}" srcId="{DBA1727B-875E-49CF-9151-60B964A358B3}" destId="{5DEC83B3-D3AC-493D-9B01-F734D70E5109}" srcOrd="4" destOrd="0" parTransId="{86E335D8-B2C2-4011-BAD0-F38F5691F32E}" sibTransId="{4F1E6B67-819E-474D-BF25-08D177EE7F72}"/>
    <dgm:cxn modelId="{44BC3733-DF77-4CFF-8488-7448B5C5833F}" srcId="{41FC117D-46A4-414D-A4DF-2B889301AE31}" destId="{E059B52D-C823-4290-A2F9-1AB9FBFF4645}" srcOrd="0" destOrd="0" parTransId="{88D3F335-D333-4EA3-9ABC-7C14EB5EFDF2}" sibTransId="{87214FD6-4F7B-42E5-AA82-DD9CAE8A1FCE}"/>
    <dgm:cxn modelId="{378AB4E0-7591-4732-B73C-24FAB4268AFA}" type="presOf" srcId="{EFCD16F8-9996-49CF-849D-96E7399C9159}" destId="{015C52A7-F602-41AD-9C8F-CD654B4E51BD}" srcOrd="0" destOrd="3" presId="urn:microsoft.com/office/officeart/2005/8/layout/default"/>
    <dgm:cxn modelId="{E7FADEC4-6B0A-4981-A034-D269360896A5}" srcId="{67A9D20A-4A49-4B1E-93C4-010C65BFF252}" destId="{BD7B14D3-60FA-4643-9ECE-7AD27A3A7E0D}" srcOrd="13" destOrd="0" parTransId="{1F4B4457-B2B5-4A7F-A034-7F48D2091D7C}" sibTransId="{B5D334B2-1486-46A3-8C97-5A2CBA91733F}"/>
    <dgm:cxn modelId="{1647C3FD-85F3-4253-802B-9EA867B75BB7}" type="presOf" srcId="{DBA1727B-875E-49CF-9151-60B964A358B3}" destId="{015C52A7-F602-41AD-9C8F-CD654B4E51BD}" srcOrd="0" destOrd="0" presId="urn:microsoft.com/office/officeart/2005/8/layout/default"/>
    <dgm:cxn modelId="{7C87F763-0347-49D5-87B5-1291C0A282CB}" type="presOf" srcId="{5E7788EC-F529-4017-9842-201EE1028D21}" destId="{5AB5ED56-C9CA-4E02-90F6-55AE4C9A16C1}" srcOrd="0" destOrd="0" presId="urn:microsoft.com/office/officeart/2005/8/layout/default"/>
    <dgm:cxn modelId="{8F52098B-D4FF-44A4-A49D-EFE67E284538}" srcId="{67A9D20A-4A49-4B1E-93C4-010C65BFF252}" destId="{1649D814-F619-42AA-81F1-36F1D98F4969}" srcOrd="1" destOrd="0" parTransId="{E8A97614-0D4B-43DF-B67A-6B7E87498DD6}" sibTransId="{3541F481-950D-4DAF-89AC-30561CFB5B95}"/>
    <dgm:cxn modelId="{6D29EDB8-78A9-478C-B00D-3676AF8870A0}" srcId="{67A9D20A-4A49-4B1E-93C4-010C65BFF252}" destId="{3D9B6241-B018-4B0F-A792-81EBDED104CD}" srcOrd="2" destOrd="0" parTransId="{A63B6313-AA67-40FD-AC4D-4BF6790063F8}" sibTransId="{C096B489-93DE-457A-80F9-1EE0E25593C7}"/>
    <dgm:cxn modelId="{DC74957E-A0A5-4DC9-9C11-A95662049682}" type="presOf" srcId="{B96A4BF7-416F-4F76-91C5-7FA12B445FD9}" destId="{015C52A7-F602-41AD-9C8F-CD654B4E51BD}" srcOrd="0" destOrd="6" presId="urn:microsoft.com/office/officeart/2005/8/layout/default"/>
    <dgm:cxn modelId="{E1D82ED1-84A3-4D3B-B810-34EB69B77DB2}" srcId="{41FC117D-46A4-414D-A4DF-2B889301AE31}" destId="{AD3652FE-68BD-490F-AC6B-B6817CBBB6F3}" srcOrd="3" destOrd="0" parTransId="{1F46FBC5-AE30-45D4-8579-FCB946419468}" sibTransId="{745152F5-2D22-47D6-B59E-FF34A94E7A82}"/>
    <dgm:cxn modelId="{F3F10322-04D2-4995-AB9B-0BC6B25B592D}" type="presOf" srcId="{3D9B6241-B018-4B0F-A792-81EBDED104CD}" destId="{C0E6A042-A49C-4ABD-810A-F37703033AE2}" srcOrd="0" destOrd="0" presId="urn:microsoft.com/office/officeart/2005/8/layout/default"/>
    <dgm:cxn modelId="{A5B970C5-FA41-4F05-8D3E-9915D21D533F}" type="presOf" srcId="{BF576A0C-B0F9-40C2-90FE-34DD071EB948}" destId="{015C52A7-F602-41AD-9C8F-CD654B4E51BD}" srcOrd="0" destOrd="2" presId="urn:microsoft.com/office/officeart/2005/8/layout/default"/>
    <dgm:cxn modelId="{E2689D32-56B1-4EAE-96C7-86D984A3644E}" srcId="{67A9D20A-4A49-4B1E-93C4-010C65BFF252}" destId="{DE2ECF5A-EFF7-40C3-967D-42639746D691}" srcOrd="12" destOrd="0" parTransId="{4CD34AB7-54CA-48FC-A85B-BEF505E89A94}" sibTransId="{2B42BCDF-A4C3-4EB2-9B2B-821159FD195D}"/>
    <dgm:cxn modelId="{4A070984-8CE4-4EE8-BBEC-EB31C55D4DE6}" srcId="{DBA1727B-875E-49CF-9151-60B964A358B3}" destId="{EFCD16F8-9996-49CF-849D-96E7399C9159}" srcOrd="2" destOrd="0" parTransId="{78209F73-7E1A-454E-84F3-6FE401331448}" sibTransId="{8DBE138D-7D05-49F8-BD1C-FD75BC10D797}"/>
    <dgm:cxn modelId="{672B592D-6248-4B87-B2B7-9F14D0565EAB}" type="presOf" srcId="{E6F60F22-D6EB-4AAC-A46A-9C2D79E7E2E7}" destId="{015C52A7-F602-41AD-9C8F-CD654B4E51BD}" srcOrd="0" destOrd="7" presId="urn:microsoft.com/office/officeart/2005/8/layout/default"/>
    <dgm:cxn modelId="{DB4AE8A4-4AE1-48FC-935B-0A068DADCAAF}" type="presOf" srcId="{AD3652FE-68BD-490F-AC6B-B6817CBBB6F3}" destId="{09D1BB8F-AC3B-43AA-9B2A-A688B7658F79}" srcOrd="0" destOrd="4" presId="urn:microsoft.com/office/officeart/2005/8/layout/default"/>
    <dgm:cxn modelId="{E94A7424-C5FD-47E7-9235-573A09A90735}" srcId="{67A9D20A-4A49-4B1E-93C4-010C65BFF252}" destId="{41FC117D-46A4-414D-A4DF-2B889301AE31}" srcOrd="7" destOrd="0" parTransId="{62B4FC4A-99F9-4EEC-AD5F-E4D373007E0F}" sibTransId="{33193347-485B-4B0E-8021-48A90D268E98}"/>
    <dgm:cxn modelId="{79DC2FA4-66D1-484A-BE95-DAE610AC76F2}" srcId="{5E7788EC-F529-4017-9842-201EE1028D21}" destId="{9D6246E9-60F9-4CFD-9E5F-F872164587B5}" srcOrd="2" destOrd="0" parTransId="{A0A714C7-D608-4044-B53E-AFDB282E17F3}" sibTransId="{F8DF16AA-BDEF-4D0A-818D-F80516496562}"/>
    <dgm:cxn modelId="{C2793D0F-F7A9-4067-A57E-B7A0425CAE31}" srcId="{67A9D20A-4A49-4B1E-93C4-010C65BFF252}" destId="{C9D35C7D-977F-4E6D-822F-A0FE81F5C128}" srcOrd="8" destOrd="0" parTransId="{F8C723B9-DDA9-4628-9974-CF3A170AEB38}" sibTransId="{884028D0-94EF-4727-BCA3-33377B16CF6F}"/>
    <dgm:cxn modelId="{8D0FE033-50C1-4008-9670-ECFF49A24C4E}" srcId="{DBA1727B-875E-49CF-9151-60B964A358B3}" destId="{BF576A0C-B0F9-40C2-90FE-34DD071EB948}" srcOrd="1" destOrd="0" parTransId="{64353DC1-3C91-4D6E-98BC-9E274222B95F}" sibTransId="{ABC8DBB4-9D9D-4C80-95E7-8A8BEAB2B70F}"/>
    <dgm:cxn modelId="{30FFCDA7-D612-460E-8E19-178B86084A06}" type="presOf" srcId="{E2556C0E-F26C-48DE-81BC-52B7F603ABCC}" destId="{71916105-464A-4220-87FB-4119EE84FA3D}" srcOrd="0" destOrd="0" presId="urn:microsoft.com/office/officeart/2005/8/layout/default"/>
    <dgm:cxn modelId="{E5F2092A-0492-4FDB-8E13-B663EEAAF0A5}" srcId="{41FC117D-46A4-414D-A4DF-2B889301AE31}" destId="{399046E6-52DF-4324-8102-032DC1EE315A}" srcOrd="1" destOrd="0" parTransId="{0A49BD2C-7490-4492-862E-C6D8A08BBC0E}" sibTransId="{1081C553-6C75-470F-BCC7-29307389EF66}"/>
    <dgm:cxn modelId="{FCD1C8DC-6DF6-4715-A18C-0FDFCE6B3C37}" type="presOf" srcId="{67A9D20A-4A49-4B1E-93C4-010C65BFF252}" destId="{769B7D6D-CFB1-4F64-9E39-2C14F6196E59}" srcOrd="0" destOrd="0" presId="urn:microsoft.com/office/officeart/2005/8/layout/default"/>
    <dgm:cxn modelId="{1AF66777-548C-4BC2-99D5-D21E2B7D9F14}" type="presOf" srcId="{308DA4AF-9E1F-4019-9884-6B018F4925D7}" destId="{09D1BB8F-AC3B-43AA-9B2A-A688B7658F79}" srcOrd="0" destOrd="5" presId="urn:microsoft.com/office/officeart/2005/8/layout/default"/>
    <dgm:cxn modelId="{A9F93675-9B8E-4E74-AFC4-637D4EDEBD1C}" type="presOf" srcId="{C9E4765D-4506-4523-AA6C-178F0CE61A3D}" destId="{015C52A7-F602-41AD-9C8F-CD654B4E51BD}" srcOrd="0" destOrd="4" presId="urn:microsoft.com/office/officeart/2005/8/layout/default"/>
    <dgm:cxn modelId="{622DD282-7CD2-40CC-83D5-16AC9C94D890}" srcId="{5E7788EC-F529-4017-9842-201EE1028D21}" destId="{7A7A4414-7134-402D-AF2D-474CAFF71888}" srcOrd="3" destOrd="0" parTransId="{C5C8F1E2-A80F-4A90-98A4-830912263AF1}" sibTransId="{7D6124DF-E8B7-4F23-A14F-0288AE2E800F}"/>
    <dgm:cxn modelId="{121639FD-BAEB-4D8D-AEF9-7535531E308C}" srcId="{DBA1727B-875E-49CF-9151-60B964A358B3}" destId="{B96A4BF7-416F-4F76-91C5-7FA12B445FD9}" srcOrd="5" destOrd="0" parTransId="{3B5C11F0-F213-4E50-A76F-5F41FE739DB8}" sibTransId="{BF9F260B-E18B-49B5-A153-320666B8F196}"/>
    <dgm:cxn modelId="{955F8B5A-710D-4BCD-A21B-A82DFB766710}" type="presOf" srcId="{399046E6-52DF-4324-8102-032DC1EE315A}" destId="{09D1BB8F-AC3B-43AA-9B2A-A688B7658F79}" srcOrd="0" destOrd="2" presId="urn:microsoft.com/office/officeart/2005/8/layout/default"/>
    <dgm:cxn modelId="{C7DA91E6-76AE-4873-B734-541227E258E6}" srcId="{67A9D20A-4A49-4B1E-93C4-010C65BFF252}" destId="{DBA1727B-875E-49CF-9151-60B964A358B3}" srcOrd="3" destOrd="0" parTransId="{E9CFAAA1-5AEF-49D1-A45B-242D86D57812}" sibTransId="{236EC39F-2A9D-4B75-BBFF-FEE5E2DAAF63}"/>
    <dgm:cxn modelId="{44CD297C-872D-448F-8920-15118C1A134F}" srcId="{DBA1727B-875E-49CF-9151-60B964A358B3}" destId="{E6F60F22-D6EB-4AAC-A46A-9C2D79E7E2E7}" srcOrd="6" destOrd="0" parTransId="{B8E035BC-4811-4081-AF0A-87F568F77CC2}" sibTransId="{87A52704-04E0-4CFF-8E8D-E36F59AABBC8}"/>
    <dgm:cxn modelId="{C448044A-18D1-45DC-9472-586D3E0FE6F2}" type="presOf" srcId="{3A4F2636-B1FE-4417-B60A-BA1C980ACCB9}" destId="{A4F358B6-84DA-4042-BCC1-59A7A3750BCA}" srcOrd="0" destOrd="0" presId="urn:microsoft.com/office/officeart/2005/8/layout/default"/>
    <dgm:cxn modelId="{BDEA760B-FCDC-4863-AEC4-7AB592A22C33}" type="presOf" srcId="{984412EC-01F5-4FAF-B5B5-66DE45ACF3BE}" destId="{5AB5ED56-C9CA-4E02-90F6-55AE4C9A16C1}" srcOrd="0" destOrd="2" presId="urn:microsoft.com/office/officeart/2005/8/layout/default"/>
    <dgm:cxn modelId="{3BEFB819-8799-470B-8B71-25E2B16F1C03}" srcId="{67A9D20A-4A49-4B1E-93C4-010C65BFF252}" destId="{E23E6FBD-AA37-4DB5-80EB-376799D33706}" srcOrd="10" destOrd="0" parTransId="{068A64FA-D148-43C3-A2CB-D4C7BDFDCFF7}" sibTransId="{337A9B17-E587-4FB1-BE44-75E48D23CFEA}"/>
    <dgm:cxn modelId="{265CA693-3802-4051-ABE0-39E7EEF2D5D0}" type="presOf" srcId="{0CCDA3B4-85DC-4033-9EB7-AD8EB779194E}" destId="{4E3ACF3B-CF12-4488-98D7-94F5AC2DF349}" srcOrd="0" destOrd="0" presId="urn:microsoft.com/office/officeart/2005/8/layout/default"/>
    <dgm:cxn modelId="{D8F7B8C0-0CAB-4F27-A97B-EE6445265D54}" srcId="{41FC117D-46A4-414D-A4DF-2B889301AE31}" destId="{308DA4AF-9E1F-4019-9884-6B018F4925D7}" srcOrd="4" destOrd="0" parTransId="{BEBF9DF5-6964-4C8E-A367-8E9472166DCE}" sibTransId="{3E19777A-2553-4AFE-AE88-0182D695959E}"/>
    <dgm:cxn modelId="{97748295-86D8-45D1-BDEF-E70061D5E0DF}" srcId="{DBA1727B-875E-49CF-9151-60B964A358B3}" destId="{C9E4765D-4506-4523-AA6C-178F0CE61A3D}" srcOrd="3" destOrd="0" parTransId="{DBC08016-40AB-4320-A60C-DA0F54F745D9}" sibTransId="{EF1A08F5-5BCF-4D47-A4B6-BA8B056D7D13}"/>
    <dgm:cxn modelId="{8ADEA88C-ABBC-4964-AD3C-EDE81E8B0632}" srcId="{41FC117D-46A4-414D-A4DF-2B889301AE31}" destId="{C4BA1611-7D05-4240-B73E-27DDD786F4FF}" srcOrd="2" destOrd="0" parTransId="{265D1B47-DA08-49F2-81A4-7B93016C0103}" sibTransId="{F1EB1C9B-B964-48A7-9A77-B46160F4B555}"/>
    <dgm:cxn modelId="{922F833F-F95F-4D0C-8824-4B00A6C180D7}" srcId="{67A9D20A-4A49-4B1E-93C4-010C65BFF252}" destId="{5E7788EC-F529-4017-9842-201EE1028D21}" srcOrd="9" destOrd="0" parTransId="{F149EAAF-C2BF-4D9B-A1C0-E2528F1F0057}" sibTransId="{ADA20205-BF41-4136-8727-CE7664A115C7}"/>
    <dgm:cxn modelId="{DE31167F-BBD0-4449-A69F-924681504F33}" srcId="{5E7788EC-F529-4017-9842-201EE1028D21}" destId="{984412EC-01F5-4FAF-B5B5-66DE45ACF3BE}" srcOrd="1" destOrd="0" parTransId="{CF89C429-BDB3-4950-8A3E-B7D3FDE34DD7}" sibTransId="{F1441F46-3B02-4679-AFBE-A129F06560FC}"/>
    <dgm:cxn modelId="{741C1090-9B85-4CD1-AA4D-0F8C3BA78358}" type="presOf" srcId="{E059B52D-C823-4290-A2F9-1AB9FBFF4645}" destId="{09D1BB8F-AC3B-43AA-9B2A-A688B7658F79}" srcOrd="0" destOrd="1" presId="urn:microsoft.com/office/officeart/2005/8/layout/default"/>
    <dgm:cxn modelId="{685D9ED4-8700-4482-ABF8-A666D6C5B4C6}" type="presOf" srcId="{59CF70AB-8198-47F6-8C17-F7EC5C8BFC1C}" destId="{0E0253AE-F28E-4C5B-AB27-B3D609752E33}" srcOrd="0" destOrd="0" presId="urn:microsoft.com/office/officeart/2005/8/layout/default"/>
    <dgm:cxn modelId="{0358B5CF-B9F9-4A9B-BD05-88F00D311D45}" type="presOf" srcId="{DE2ECF5A-EFF7-40C3-967D-42639746D691}" destId="{620054EE-11B8-4A2B-A2E3-6E830B72E475}" srcOrd="0" destOrd="0" presId="urn:microsoft.com/office/officeart/2005/8/layout/default"/>
    <dgm:cxn modelId="{B41F9985-AB05-44A9-B23B-E673987B8C56}" type="presParOf" srcId="{769B7D6D-CFB1-4F64-9E39-2C14F6196E59}" destId="{A4F358B6-84DA-4042-BCC1-59A7A3750BCA}" srcOrd="0" destOrd="0" presId="urn:microsoft.com/office/officeart/2005/8/layout/default"/>
    <dgm:cxn modelId="{7D0C8ACD-BB00-4F1A-A797-BA103D3A6792}" type="presParOf" srcId="{769B7D6D-CFB1-4F64-9E39-2C14F6196E59}" destId="{5C9701B2-8C60-4901-8E32-11B865B00F3C}" srcOrd="1" destOrd="0" presId="urn:microsoft.com/office/officeart/2005/8/layout/default"/>
    <dgm:cxn modelId="{458DE347-7589-462D-BF2C-C01E9A632498}" type="presParOf" srcId="{769B7D6D-CFB1-4F64-9E39-2C14F6196E59}" destId="{2AC83607-A243-4D14-8BB9-1E81CC18DC80}" srcOrd="2" destOrd="0" presId="urn:microsoft.com/office/officeart/2005/8/layout/default"/>
    <dgm:cxn modelId="{56F37CC5-C42C-487A-AF7F-90D8B9353512}" type="presParOf" srcId="{769B7D6D-CFB1-4F64-9E39-2C14F6196E59}" destId="{25CA222D-B30C-4481-BE00-063A6F590C1F}" srcOrd="3" destOrd="0" presId="urn:microsoft.com/office/officeart/2005/8/layout/default"/>
    <dgm:cxn modelId="{E01935A0-61A5-46DE-A9B4-44D13480550C}" type="presParOf" srcId="{769B7D6D-CFB1-4F64-9E39-2C14F6196E59}" destId="{C0E6A042-A49C-4ABD-810A-F37703033AE2}" srcOrd="4" destOrd="0" presId="urn:microsoft.com/office/officeart/2005/8/layout/default"/>
    <dgm:cxn modelId="{D69A6D47-371E-4FD0-A9C9-5D25F556ECE8}" type="presParOf" srcId="{769B7D6D-CFB1-4F64-9E39-2C14F6196E59}" destId="{0E5C9E53-9D58-4995-8B84-2210FCFE4FCA}" srcOrd="5" destOrd="0" presId="urn:microsoft.com/office/officeart/2005/8/layout/default"/>
    <dgm:cxn modelId="{63680072-27C0-47DC-B4F0-17D6A8646739}" type="presParOf" srcId="{769B7D6D-CFB1-4F64-9E39-2C14F6196E59}" destId="{015C52A7-F602-41AD-9C8F-CD654B4E51BD}" srcOrd="6" destOrd="0" presId="urn:microsoft.com/office/officeart/2005/8/layout/default"/>
    <dgm:cxn modelId="{847BB453-4934-402F-A660-86A8660D8F8C}" type="presParOf" srcId="{769B7D6D-CFB1-4F64-9E39-2C14F6196E59}" destId="{74BF50CE-39AF-423E-A216-C0795FAF1205}" srcOrd="7" destOrd="0" presId="urn:microsoft.com/office/officeart/2005/8/layout/default"/>
    <dgm:cxn modelId="{F227DF1A-8201-470E-913D-FF93AB756A8E}" type="presParOf" srcId="{769B7D6D-CFB1-4F64-9E39-2C14F6196E59}" destId="{0E0253AE-F28E-4C5B-AB27-B3D609752E33}" srcOrd="8" destOrd="0" presId="urn:microsoft.com/office/officeart/2005/8/layout/default"/>
    <dgm:cxn modelId="{7A43985D-DAB9-40B4-837C-11162FE5B1CB}" type="presParOf" srcId="{769B7D6D-CFB1-4F64-9E39-2C14F6196E59}" destId="{19E96A4E-CAC9-4B9B-B071-E4F018C35613}" srcOrd="9" destOrd="0" presId="urn:microsoft.com/office/officeart/2005/8/layout/default"/>
    <dgm:cxn modelId="{348BFCF0-2B0D-42C3-BE57-1CC14676AF25}" type="presParOf" srcId="{769B7D6D-CFB1-4F64-9E39-2C14F6196E59}" destId="{4E3ACF3B-CF12-4488-98D7-94F5AC2DF349}" srcOrd="10" destOrd="0" presId="urn:microsoft.com/office/officeart/2005/8/layout/default"/>
    <dgm:cxn modelId="{DAAF1ED6-753D-4133-8720-9E0439C6418D}" type="presParOf" srcId="{769B7D6D-CFB1-4F64-9E39-2C14F6196E59}" destId="{2ACEE1F9-0E99-4D0A-B009-28E6808E4A4F}" srcOrd="11" destOrd="0" presId="urn:microsoft.com/office/officeart/2005/8/layout/default"/>
    <dgm:cxn modelId="{BFC0CC83-3F56-4943-B180-3A2CC08E52BE}" type="presParOf" srcId="{769B7D6D-CFB1-4F64-9E39-2C14F6196E59}" destId="{E960B673-844F-4689-AE8F-F1A8011A7025}" srcOrd="12" destOrd="0" presId="urn:microsoft.com/office/officeart/2005/8/layout/default"/>
    <dgm:cxn modelId="{66D1D7DF-ED48-46F2-BA98-B8B698521FF4}" type="presParOf" srcId="{769B7D6D-CFB1-4F64-9E39-2C14F6196E59}" destId="{0724688B-A2B4-4D88-AF84-032F76789841}" srcOrd="13" destOrd="0" presId="urn:microsoft.com/office/officeart/2005/8/layout/default"/>
    <dgm:cxn modelId="{21816BA4-1552-4189-8FFF-F7E1E18BEF68}" type="presParOf" srcId="{769B7D6D-CFB1-4F64-9E39-2C14F6196E59}" destId="{09D1BB8F-AC3B-43AA-9B2A-A688B7658F79}" srcOrd="14" destOrd="0" presId="urn:microsoft.com/office/officeart/2005/8/layout/default"/>
    <dgm:cxn modelId="{0831E4DB-95ED-4A62-AB85-C2CD452552DB}" type="presParOf" srcId="{769B7D6D-CFB1-4F64-9E39-2C14F6196E59}" destId="{343C5A88-C813-48C2-A648-BC7C4760A841}" srcOrd="15" destOrd="0" presId="urn:microsoft.com/office/officeart/2005/8/layout/default"/>
    <dgm:cxn modelId="{8B2DDFAA-EB68-456B-A74A-3D1B7993B10D}" type="presParOf" srcId="{769B7D6D-CFB1-4F64-9E39-2C14F6196E59}" destId="{57D6D4B5-1FDA-4CFF-AF3B-4D2D33D2DB88}" srcOrd="16" destOrd="0" presId="urn:microsoft.com/office/officeart/2005/8/layout/default"/>
    <dgm:cxn modelId="{1BA818D0-A796-4127-BE01-4020C8BF627A}" type="presParOf" srcId="{769B7D6D-CFB1-4F64-9E39-2C14F6196E59}" destId="{3C181074-0D06-475A-8761-8508582DC5A6}" srcOrd="17" destOrd="0" presId="urn:microsoft.com/office/officeart/2005/8/layout/default"/>
    <dgm:cxn modelId="{64C07540-2889-4877-80FA-ABD5B024C778}" type="presParOf" srcId="{769B7D6D-CFB1-4F64-9E39-2C14F6196E59}" destId="{5AB5ED56-C9CA-4E02-90F6-55AE4C9A16C1}" srcOrd="18" destOrd="0" presId="urn:microsoft.com/office/officeart/2005/8/layout/default"/>
    <dgm:cxn modelId="{D8010DBA-F4FA-4910-BF59-9975BAB84FEE}" type="presParOf" srcId="{769B7D6D-CFB1-4F64-9E39-2C14F6196E59}" destId="{D3AF062C-9C39-4266-931C-3886F425690F}" srcOrd="19" destOrd="0" presId="urn:microsoft.com/office/officeart/2005/8/layout/default"/>
    <dgm:cxn modelId="{4EFD5728-613B-454F-8FFE-DDD9CEDBDF51}" type="presParOf" srcId="{769B7D6D-CFB1-4F64-9E39-2C14F6196E59}" destId="{05DDF74C-01CC-4BB3-90B6-DDC68C549852}" srcOrd="20" destOrd="0" presId="urn:microsoft.com/office/officeart/2005/8/layout/default"/>
    <dgm:cxn modelId="{694CA3A0-C050-4841-9687-41B01A560C4E}" type="presParOf" srcId="{769B7D6D-CFB1-4F64-9E39-2C14F6196E59}" destId="{49F70030-1320-4718-9B45-F8BF4B383A93}" srcOrd="21" destOrd="0" presId="urn:microsoft.com/office/officeart/2005/8/layout/default"/>
    <dgm:cxn modelId="{2D1B9FB3-A095-4DEA-8ABA-1E2940D388D6}" type="presParOf" srcId="{769B7D6D-CFB1-4F64-9E39-2C14F6196E59}" destId="{71916105-464A-4220-87FB-4119EE84FA3D}" srcOrd="22" destOrd="0" presId="urn:microsoft.com/office/officeart/2005/8/layout/default"/>
    <dgm:cxn modelId="{BDD92EBE-73FE-483D-B0D1-8E351F2E0455}" type="presParOf" srcId="{769B7D6D-CFB1-4F64-9E39-2C14F6196E59}" destId="{DAB631D4-EFAD-492D-BEB9-7C0CEF6431A8}" srcOrd="23" destOrd="0" presId="urn:microsoft.com/office/officeart/2005/8/layout/default"/>
    <dgm:cxn modelId="{F8F95CEE-9D3A-4A15-A4A0-077D741676ED}" type="presParOf" srcId="{769B7D6D-CFB1-4F64-9E39-2C14F6196E59}" destId="{620054EE-11B8-4A2B-A2E3-6E830B72E475}" srcOrd="24" destOrd="0" presId="urn:microsoft.com/office/officeart/2005/8/layout/default"/>
    <dgm:cxn modelId="{6A715827-7E2B-43C9-9FE5-78A0A9761CBB}" type="presParOf" srcId="{769B7D6D-CFB1-4F64-9E39-2C14F6196E59}" destId="{C61F8BBD-1232-4F14-A763-DFC773C9B3B2}" srcOrd="25" destOrd="0" presId="urn:microsoft.com/office/officeart/2005/8/layout/default"/>
    <dgm:cxn modelId="{24B0724A-A9E8-446F-80F9-0A5363A3063E}" type="presParOf" srcId="{769B7D6D-CFB1-4F64-9E39-2C14F6196E59}" destId="{457ED7FE-E119-46B3-B15F-B84591C18D1B}" srcOrd="2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3F38DC4-69CC-447E-A2E5-6029E67B644A}" type="doc">
      <dgm:prSet loTypeId="urn:microsoft.com/office/officeart/2018/2/layout/IconVerticalSolidList" loCatId="icon" qsTypeId="urn:microsoft.com/office/officeart/2005/8/quickstyle/simple1" qsCatId="simple" csTypeId="urn:microsoft.com/office/officeart/2005/8/colors/accent3_2" csCatId="accent3" phldr="1"/>
      <dgm:spPr/>
      <dgm:t>
        <a:bodyPr/>
        <a:lstStyle/>
        <a:p>
          <a:endParaRPr lang="en-US"/>
        </a:p>
      </dgm:t>
    </dgm:pt>
    <dgm:pt modelId="{EA6EB560-5C74-4392-BBF0-FC7D5E9BA2E1}">
      <dgm:prSet/>
      <dgm:spPr/>
      <dgm:t>
        <a:bodyPr/>
        <a:lstStyle/>
        <a:p>
          <a:r>
            <a:rPr lang="en-US" b="0" i="0" baseline="0" dirty="0"/>
            <a:t>The payroll project successfully implemented a complete end-to-end payroll system for 2 departments and 10 employees.</a:t>
          </a:r>
          <a:endParaRPr lang="en-US" dirty="0"/>
        </a:p>
      </dgm:t>
    </dgm:pt>
    <dgm:pt modelId="{9881819D-9F06-41AE-98EF-AC9A9182892C}" type="parTrans" cxnId="{4ADEF9D1-2EB6-4791-87D9-F6E1925FA010}">
      <dgm:prSet/>
      <dgm:spPr/>
      <dgm:t>
        <a:bodyPr/>
        <a:lstStyle/>
        <a:p>
          <a:endParaRPr lang="en-US"/>
        </a:p>
      </dgm:t>
    </dgm:pt>
    <dgm:pt modelId="{3140F111-D449-4397-97E2-B07ECE93D2F8}" type="sibTrans" cxnId="{4ADEF9D1-2EB6-4791-87D9-F6E1925FA010}">
      <dgm:prSet/>
      <dgm:spPr/>
      <dgm:t>
        <a:bodyPr/>
        <a:lstStyle/>
        <a:p>
          <a:endParaRPr lang="en-US"/>
        </a:p>
      </dgm:t>
    </dgm:pt>
    <dgm:pt modelId="{043368D6-3311-44F3-BA96-5F873B10F01F}">
      <dgm:prSet/>
      <dgm:spPr/>
      <dgm:t>
        <a:bodyPr/>
        <a:lstStyle/>
        <a:p>
          <a:r>
            <a:rPr lang="en-US" b="0" i="0" baseline="0"/>
            <a:t>All payroll components, including basic salary, allowances, bonuses, incentives, overtime, tax, and insurance, were accurately configured and processed.</a:t>
          </a:r>
          <a:endParaRPr lang="en-US"/>
        </a:p>
      </dgm:t>
    </dgm:pt>
    <dgm:pt modelId="{2A9B46C0-957B-4E7C-93EE-D47D90E9AB73}" type="parTrans" cxnId="{021414B1-5584-45B7-A3CC-4294B73A12EE}">
      <dgm:prSet/>
      <dgm:spPr/>
      <dgm:t>
        <a:bodyPr/>
        <a:lstStyle/>
        <a:p>
          <a:endParaRPr lang="en-US"/>
        </a:p>
      </dgm:t>
    </dgm:pt>
    <dgm:pt modelId="{34344951-1A2B-40D8-8E9D-5520DB7C39F9}" type="sibTrans" cxnId="{021414B1-5584-45B7-A3CC-4294B73A12EE}">
      <dgm:prSet/>
      <dgm:spPr/>
      <dgm:t>
        <a:bodyPr/>
        <a:lstStyle/>
        <a:p>
          <a:endParaRPr lang="en-US"/>
        </a:p>
      </dgm:t>
    </dgm:pt>
    <dgm:pt modelId="{F4EB8CC7-7F7E-4999-9011-453E8B030ECC}">
      <dgm:prSet/>
      <dgm:spPr/>
      <dgm:t>
        <a:bodyPr/>
        <a:lstStyle/>
        <a:p>
          <a:r>
            <a:rPr lang="en-US" b="0" i="0" baseline="0"/>
            <a:t>Integration with time &amp; attendance ensured accurate calculation of work hours and overtime.</a:t>
          </a:r>
          <a:endParaRPr lang="en-US"/>
        </a:p>
      </dgm:t>
    </dgm:pt>
    <dgm:pt modelId="{A8409435-4154-4557-A110-5EF48280722E}" type="parTrans" cxnId="{B121E095-24B5-4212-8CDA-7F5E06DFE4E6}">
      <dgm:prSet/>
      <dgm:spPr/>
      <dgm:t>
        <a:bodyPr/>
        <a:lstStyle/>
        <a:p>
          <a:endParaRPr lang="en-US"/>
        </a:p>
      </dgm:t>
    </dgm:pt>
    <dgm:pt modelId="{BC3BEB0C-2457-4A91-9624-C3DA9F5C33B0}" type="sibTrans" cxnId="{B121E095-24B5-4212-8CDA-7F5E06DFE4E6}">
      <dgm:prSet/>
      <dgm:spPr/>
      <dgm:t>
        <a:bodyPr/>
        <a:lstStyle/>
        <a:p>
          <a:endParaRPr lang="en-US"/>
        </a:p>
      </dgm:t>
    </dgm:pt>
    <dgm:pt modelId="{B4CB51FE-11C5-4F31-A045-BC26B908B68A}">
      <dgm:prSet/>
      <dgm:spPr/>
      <dgm:t>
        <a:bodyPr/>
        <a:lstStyle/>
        <a:p>
          <a:r>
            <a:rPr lang="en-US" b="0" i="0" baseline="0"/>
            <a:t>Individual pay statements were generated correctly, reflecting all earnings and deductions.</a:t>
          </a:r>
          <a:endParaRPr lang="en-US"/>
        </a:p>
      </dgm:t>
    </dgm:pt>
    <dgm:pt modelId="{B2E7C4FD-8BC0-4FE6-82B3-9F38AFC2F564}" type="parTrans" cxnId="{DB59711B-6032-413B-B4F4-24287443CA98}">
      <dgm:prSet/>
      <dgm:spPr/>
      <dgm:t>
        <a:bodyPr/>
        <a:lstStyle/>
        <a:p>
          <a:endParaRPr lang="en-US"/>
        </a:p>
      </dgm:t>
    </dgm:pt>
    <dgm:pt modelId="{04363937-6836-459F-BDA5-7D54816787A4}" type="sibTrans" cxnId="{DB59711B-6032-413B-B4F4-24287443CA98}">
      <dgm:prSet/>
      <dgm:spPr/>
      <dgm:t>
        <a:bodyPr/>
        <a:lstStyle/>
        <a:p>
          <a:endParaRPr lang="en-US"/>
        </a:p>
      </dgm:t>
    </dgm:pt>
    <dgm:pt modelId="{56FC8115-CA21-45C1-827B-C20AD5A52626}">
      <dgm:prSet/>
      <dgm:spPr/>
      <dgm:t>
        <a:bodyPr/>
        <a:lstStyle/>
        <a:p>
          <a:r>
            <a:rPr lang="en-US" b="0" i="0" baseline="0"/>
            <a:t>The project demonstrated a clear understanding of payroll system configuration, processing, and validation within an ERP environment.</a:t>
          </a:r>
          <a:endParaRPr lang="en-US"/>
        </a:p>
      </dgm:t>
    </dgm:pt>
    <dgm:pt modelId="{FAA48B55-9F0E-47F0-A2DC-98F2BDB8A53D}" type="parTrans" cxnId="{AFF51288-5EBC-482C-BD89-A5A0B7899879}">
      <dgm:prSet/>
      <dgm:spPr/>
      <dgm:t>
        <a:bodyPr/>
        <a:lstStyle/>
        <a:p>
          <a:endParaRPr lang="en-US"/>
        </a:p>
      </dgm:t>
    </dgm:pt>
    <dgm:pt modelId="{C686E71C-0237-4F8D-A327-4FA178290D76}" type="sibTrans" cxnId="{AFF51288-5EBC-482C-BD89-A5A0B7899879}">
      <dgm:prSet/>
      <dgm:spPr/>
      <dgm:t>
        <a:bodyPr/>
        <a:lstStyle/>
        <a:p>
          <a:endParaRPr lang="en-US"/>
        </a:p>
      </dgm:t>
    </dgm:pt>
    <dgm:pt modelId="{DEADED24-80EE-44F4-826A-B06428CA1F52}">
      <dgm:prSet/>
      <dgm:spPr/>
      <dgm:t>
        <a:bodyPr/>
        <a:lstStyle/>
        <a:p>
          <a:r>
            <a:rPr lang="en-US" b="0" i="0" baseline="0"/>
            <a:t>Overall, the project improved understanding of payroll workflows and reinforced practical skills in payroll configuration, calculation, and reporting.</a:t>
          </a:r>
          <a:endParaRPr lang="en-US"/>
        </a:p>
      </dgm:t>
    </dgm:pt>
    <dgm:pt modelId="{B4A1765B-F1F8-477B-A7EC-9F05AC6753AE}" type="parTrans" cxnId="{078BEBD5-139C-463B-89A4-0FE57B2FBFF6}">
      <dgm:prSet/>
      <dgm:spPr/>
      <dgm:t>
        <a:bodyPr/>
        <a:lstStyle/>
        <a:p>
          <a:endParaRPr lang="en-US"/>
        </a:p>
      </dgm:t>
    </dgm:pt>
    <dgm:pt modelId="{6810964A-5A57-4560-91F0-0D886B960060}" type="sibTrans" cxnId="{078BEBD5-139C-463B-89A4-0FE57B2FBFF6}">
      <dgm:prSet/>
      <dgm:spPr/>
      <dgm:t>
        <a:bodyPr/>
        <a:lstStyle/>
        <a:p>
          <a:endParaRPr lang="en-US"/>
        </a:p>
      </dgm:t>
    </dgm:pt>
    <dgm:pt modelId="{E41300CA-956B-463C-B9CF-AB541299C2A9}" type="pres">
      <dgm:prSet presAssocID="{73F38DC4-69CC-447E-A2E5-6029E67B644A}" presName="root" presStyleCnt="0">
        <dgm:presLayoutVars>
          <dgm:dir/>
          <dgm:resizeHandles val="exact"/>
        </dgm:presLayoutVars>
      </dgm:prSet>
      <dgm:spPr/>
      <dgm:t>
        <a:bodyPr/>
        <a:lstStyle/>
        <a:p>
          <a:endParaRPr lang="en-US"/>
        </a:p>
      </dgm:t>
    </dgm:pt>
    <dgm:pt modelId="{62B70910-74A9-4649-88CA-E7CB8D624C11}" type="pres">
      <dgm:prSet presAssocID="{EA6EB560-5C74-4392-BBF0-FC7D5E9BA2E1}" presName="compNode" presStyleCnt="0"/>
      <dgm:spPr/>
    </dgm:pt>
    <dgm:pt modelId="{E1002213-8DEC-40EE-BDBE-13804AC17D46}" type="pres">
      <dgm:prSet presAssocID="{EA6EB560-5C74-4392-BBF0-FC7D5E9BA2E1}" presName="bgRect" presStyleLbl="bgShp" presStyleIdx="0" presStyleCnt="6"/>
      <dgm:spPr/>
    </dgm:pt>
    <dgm:pt modelId="{0B0EA4A5-944F-42FF-81C9-C63DE980EF8D}" type="pres">
      <dgm:prSet presAssocID="{EA6EB560-5C74-4392-BBF0-FC7D5E9BA2E1}" presName="iconRect" presStyleLbl="node1" presStyleIdx="0" presStyleCnt="6"/>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Dollar"/>
        </a:ext>
      </dgm:extLst>
    </dgm:pt>
    <dgm:pt modelId="{3E188F31-8145-4350-B9A8-CA5AEFC86D80}" type="pres">
      <dgm:prSet presAssocID="{EA6EB560-5C74-4392-BBF0-FC7D5E9BA2E1}" presName="spaceRect" presStyleCnt="0"/>
      <dgm:spPr/>
    </dgm:pt>
    <dgm:pt modelId="{E4BA1B48-8F4F-4A2C-BF6B-93E6F7F8DFFA}" type="pres">
      <dgm:prSet presAssocID="{EA6EB560-5C74-4392-BBF0-FC7D5E9BA2E1}" presName="parTx" presStyleLbl="revTx" presStyleIdx="0" presStyleCnt="6">
        <dgm:presLayoutVars>
          <dgm:chMax val="0"/>
          <dgm:chPref val="0"/>
        </dgm:presLayoutVars>
      </dgm:prSet>
      <dgm:spPr/>
      <dgm:t>
        <a:bodyPr/>
        <a:lstStyle/>
        <a:p>
          <a:endParaRPr lang="en-US"/>
        </a:p>
      </dgm:t>
    </dgm:pt>
    <dgm:pt modelId="{F389680A-D6D5-405C-ACBB-DDB5A4E7C4F6}" type="pres">
      <dgm:prSet presAssocID="{3140F111-D449-4397-97E2-B07ECE93D2F8}" presName="sibTrans" presStyleCnt="0"/>
      <dgm:spPr/>
    </dgm:pt>
    <dgm:pt modelId="{EA4975EB-7A9D-4B27-B73A-EAE21AAC3918}" type="pres">
      <dgm:prSet presAssocID="{043368D6-3311-44F3-BA96-5F873B10F01F}" presName="compNode" presStyleCnt="0"/>
      <dgm:spPr/>
    </dgm:pt>
    <dgm:pt modelId="{E5BCD5CF-C801-4781-9831-9A011B16CE0E}" type="pres">
      <dgm:prSet presAssocID="{043368D6-3311-44F3-BA96-5F873B10F01F}" presName="bgRect" presStyleLbl="bgShp" presStyleIdx="1" presStyleCnt="6"/>
      <dgm:spPr/>
    </dgm:pt>
    <dgm:pt modelId="{ACDD14CC-018B-44F2-8AD4-DE80FFE7C198}" type="pres">
      <dgm:prSet presAssocID="{043368D6-3311-44F3-BA96-5F873B10F01F}" presName="iconRect" presStyleLbl="node1" presStyleIdx="1" presStyleCnt="6"/>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Money"/>
        </a:ext>
      </dgm:extLst>
    </dgm:pt>
    <dgm:pt modelId="{080C9E05-8798-4A94-9104-53A60289F3A8}" type="pres">
      <dgm:prSet presAssocID="{043368D6-3311-44F3-BA96-5F873B10F01F}" presName="spaceRect" presStyleCnt="0"/>
      <dgm:spPr/>
    </dgm:pt>
    <dgm:pt modelId="{F425C64B-E84E-4C8A-83DF-3BC6CC09E101}" type="pres">
      <dgm:prSet presAssocID="{043368D6-3311-44F3-BA96-5F873B10F01F}" presName="parTx" presStyleLbl="revTx" presStyleIdx="1" presStyleCnt="6">
        <dgm:presLayoutVars>
          <dgm:chMax val="0"/>
          <dgm:chPref val="0"/>
        </dgm:presLayoutVars>
      </dgm:prSet>
      <dgm:spPr/>
      <dgm:t>
        <a:bodyPr/>
        <a:lstStyle/>
        <a:p>
          <a:endParaRPr lang="en-US"/>
        </a:p>
      </dgm:t>
    </dgm:pt>
    <dgm:pt modelId="{B79EC460-28B0-4B17-84D2-3DE327EFAAA3}" type="pres">
      <dgm:prSet presAssocID="{34344951-1A2B-40D8-8E9D-5520DB7C39F9}" presName="sibTrans" presStyleCnt="0"/>
      <dgm:spPr/>
    </dgm:pt>
    <dgm:pt modelId="{CA2D6CC3-2291-47CD-A27D-6D0A0B9B7E8D}" type="pres">
      <dgm:prSet presAssocID="{F4EB8CC7-7F7E-4999-9011-453E8B030ECC}" presName="compNode" presStyleCnt="0"/>
      <dgm:spPr/>
    </dgm:pt>
    <dgm:pt modelId="{39B2026A-3C13-4AE6-A1BF-B15129535E4B}" type="pres">
      <dgm:prSet presAssocID="{F4EB8CC7-7F7E-4999-9011-453E8B030ECC}" presName="bgRect" presStyleLbl="bgShp" presStyleIdx="2" presStyleCnt="6"/>
      <dgm:spPr/>
    </dgm:pt>
    <dgm:pt modelId="{D3268706-6C2F-4867-BF86-5775495388AA}" type="pres">
      <dgm:prSet presAssocID="{F4EB8CC7-7F7E-4999-9011-453E8B030ECC}" presName="iconRect" presStyleLbl="node1" presStyleIdx="2" presStyleCnt="6"/>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Stopwatch"/>
        </a:ext>
      </dgm:extLst>
    </dgm:pt>
    <dgm:pt modelId="{4AA1CDC4-9E1D-4714-9DA8-ACDA47ABCC62}" type="pres">
      <dgm:prSet presAssocID="{F4EB8CC7-7F7E-4999-9011-453E8B030ECC}" presName="spaceRect" presStyleCnt="0"/>
      <dgm:spPr/>
    </dgm:pt>
    <dgm:pt modelId="{67F555BE-5D55-4450-A8CC-A61EA3BE3265}" type="pres">
      <dgm:prSet presAssocID="{F4EB8CC7-7F7E-4999-9011-453E8B030ECC}" presName="parTx" presStyleLbl="revTx" presStyleIdx="2" presStyleCnt="6">
        <dgm:presLayoutVars>
          <dgm:chMax val="0"/>
          <dgm:chPref val="0"/>
        </dgm:presLayoutVars>
      </dgm:prSet>
      <dgm:spPr/>
      <dgm:t>
        <a:bodyPr/>
        <a:lstStyle/>
        <a:p>
          <a:endParaRPr lang="en-US"/>
        </a:p>
      </dgm:t>
    </dgm:pt>
    <dgm:pt modelId="{0F81A806-DA35-40C7-A22B-C155ADF1F39B}" type="pres">
      <dgm:prSet presAssocID="{BC3BEB0C-2457-4A91-9624-C3DA9F5C33B0}" presName="sibTrans" presStyleCnt="0"/>
      <dgm:spPr/>
    </dgm:pt>
    <dgm:pt modelId="{4DE07838-709C-488C-AE08-773E73BD3029}" type="pres">
      <dgm:prSet presAssocID="{B4CB51FE-11C5-4F31-A045-BC26B908B68A}" presName="compNode" presStyleCnt="0"/>
      <dgm:spPr/>
    </dgm:pt>
    <dgm:pt modelId="{FCB6219F-2059-4C9A-BB6A-A54DF2E6C4E6}" type="pres">
      <dgm:prSet presAssocID="{B4CB51FE-11C5-4F31-A045-BC26B908B68A}" presName="bgRect" presStyleLbl="bgShp" presStyleIdx="3" presStyleCnt="6"/>
      <dgm:spPr/>
    </dgm:pt>
    <dgm:pt modelId="{A2181F4E-0102-4286-8040-31BD0DF39A0A}" type="pres">
      <dgm:prSet presAssocID="{B4CB51FE-11C5-4F31-A045-BC26B908B68A}" presName="iconRect" presStyleLbl="node1" presStyleIdx="3" presStyleCnt="6"/>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Euro"/>
        </a:ext>
      </dgm:extLst>
    </dgm:pt>
    <dgm:pt modelId="{9F48D767-655B-47D7-99AB-C63C63AC4284}" type="pres">
      <dgm:prSet presAssocID="{B4CB51FE-11C5-4F31-A045-BC26B908B68A}" presName="spaceRect" presStyleCnt="0"/>
      <dgm:spPr/>
    </dgm:pt>
    <dgm:pt modelId="{ECB560E1-B1CC-4591-8485-F059A7C83ACD}" type="pres">
      <dgm:prSet presAssocID="{B4CB51FE-11C5-4F31-A045-BC26B908B68A}" presName="parTx" presStyleLbl="revTx" presStyleIdx="3" presStyleCnt="6">
        <dgm:presLayoutVars>
          <dgm:chMax val="0"/>
          <dgm:chPref val="0"/>
        </dgm:presLayoutVars>
      </dgm:prSet>
      <dgm:spPr/>
      <dgm:t>
        <a:bodyPr/>
        <a:lstStyle/>
        <a:p>
          <a:endParaRPr lang="en-US"/>
        </a:p>
      </dgm:t>
    </dgm:pt>
    <dgm:pt modelId="{5491EE04-397F-4AA0-B0CE-EF983B14D690}" type="pres">
      <dgm:prSet presAssocID="{04363937-6836-459F-BDA5-7D54816787A4}" presName="sibTrans" presStyleCnt="0"/>
      <dgm:spPr/>
    </dgm:pt>
    <dgm:pt modelId="{49859214-C2E8-4D07-B5AF-AF1A3C8451D9}" type="pres">
      <dgm:prSet presAssocID="{56FC8115-CA21-45C1-827B-C20AD5A52626}" presName="compNode" presStyleCnt="0"/>
      <dgm:spPr/>
    </dgm:pt>
    <dgm:pt modelId="{25197735-AA60-4E22-BB62-6EC87D9F38CD}" type="pres">
      <dgm:prSet presAssocID="{56FC8115-CA21-45C1-827B-C20AD5A52626}" presName="bgRect" presStyleLbl="bgShp" presStyleIdx="4" presStyleCnt="6"/>
      <dgm:spPr/>
    </dgm:pt>
    <dgm:pt modelId="{E99BA84A-EA94-4EF8-B595-9DB903BC4252}" type="pres">
      <dgm:prSet presAssocID="{56FC8115-CA21-45C1-827B-C20AD5A52626}" presName="iconRect" presStyleLbl="node1" presStyleIdx="4" presStyleCnt="6"/>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a:noFill/>
        </a:ln>
      </dgm:spPr>
      <dgm:t>
        <a:bodyPr/>
        <a:lstStyle/>
        <a:p>
          <a:endParaRPr lang="en-US"/>
        </a:p>
      </dgm:t>
      <dgm:extLst>
        <a:ext uri="{E40237B7-FDA0-4F09-8148-C483321AD2D9}">
          <dgm14:cNvPr xmlns:dgm14="http://schemas.microsoft.com/office/drawing/2010/diagram" id="0" name="" descr="Processor"/>
        </a:ext>
      </dgm:extLst>
    </dgm:pt>
    <dgm:pt modelId="{54E997A4-8097-42B3-98D2-0486030E22D9}" type="pres">
      <dgm:prSet presAssocID="{56FC8115-CA21-45C1-827B-C20AD5A52626}" presName="spaceRect" presStyleCnt="0"/>
      <dgm:spPr/>
    </dgm:pt>
    <dgm:pt modelId="{824A3594-3A46-41FE-B812-853D9E946ABB}" type="pres">
      <dgm:prSet presAssocID="{56FC8115-CA21-45C1-827B-C20AD5A52626}" presName="parTx" presStyleLbl="revTx" presStyleIdx="4" presStyleCnt="6">
        <dgm:presLayoutVars>
          <dgm:chMax val="0"/>
          <dgm:chPref val="0"/>
        </dgm:presLayoutVars>
      </dgm:prSet>
      <dgm:spPr/>
      <dgm:t>
        <a:bodyPr/>
        <a:lstStyle/>
        <a:p>
          <a:endParaRPr lang="en-US"/>
        </a:p>
      </dgm:t>
    </dgm:pt>
    <dgm:pt modelId="{8241A62D-EC91-45F1-9B00-3E272073B8D8}" type="pres">
      <dgm:prSet presAssocID="{C686E71C-0237-4F8D-A327-4FA178290D76}" presName="sibTrans" presStyleCnt="0"/>
      <dgm:spPr/>
    </dgm:pt>
    <dgm:pt modelId="{25287649-544D-425F-A927-4EE513780AEE}" type="pres">
      <dgm:prSet presAssocID="{DEADED24-80EE-44F4-826A-B06428CA1F52}" presName="compNode" presStyleCnt="0"/>
      <dgm:spPr/>
    </dgm:pt>
    <dgm:pt modelId="{9930C3FA-6382-4BB1-B6FF-A605A45ECCCE}" type="pres">
      <dgm:prSet presAssocID="{DEADED24-80EE-44F4-826A-B06428CA1F52}" presName="bgRect" presStyleLbl="bgShp" presStyleIdx="5" presStyleCnt="6"/>
      <dgm:spPr/>
    </dgm:pt>
    <dgm:pt modelId="{E4568C8D-EE2A-414C-8FC9-6378D3969FE0}" type="pres">
      <dgm:prSet presAssocID="{DEADED24-80EE-44F4-826A-B06428CA1F52}" presName="iconRect" presStyleLbl="node1" presStyleIdx="5" presStyleCnt="6"/>
      <dgm:spPr>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a:blipFill>
        <a:ln>
          <a:noFill/>
        </a:ln>
      </dgm:spPr>
      <dgm:t>
        <a:bodyPr/>
        <a:lstStyle/>
        <a:p>
          <a:endParaRPr lang="en-US"/>
        </a:p>
      </dgm:t>
      <dgm:extLst>
        <a:ext uri="{E40237B7-FDA0-4F09-8148-C483321AD2D9}">
          <dgm14:cNvPr xmlns:dgm14="http://schemas.microsoft.com/office/drawing/2010/diagram" id="0" name="" descr="Calculator"/>
        </a:ext>
      </dgm:extLst>
    </dgm:pt>
    <dgm:pt modelId="{1F7C334A-A296-4DD4-A271-6FF10F0AA044}" type="pres">
      <dgm:prSet presAssocID="{DEADED24-80EE-44F4-826A-B06428CA1F52}" presName="spaceRect" presStyleCnt="0"/>
      <dgm:spPr/>
    </dgm:pt>
    <dgm:pt modelId="{6252C0DE-CE3A-4703-8A23-0B7774A5D210}" type="pres">
      <dgm:prSet presAssocID="{DEADED24-80EE-44F4-826A-B06428CA1F52}" presName="parTx" presStyleLbl="revTx" presStyleIdx="5" presStyleCnt="6">
        <dgm:presLayoutVars>
          <dgm:chMax val="0"/>
          <dgm:chPref val="0"/>
        </dgm:presLayoutVars>
      </dgm:prSet>
      <dgm:spPr/>
      <dgm:t>
        <a:bodyPr/>
        <a:lstStyle/>
        <a:p>
          <a:endParaRPr lang="en-US"/>
        </a:p>
      </dgm:t>
    </dgm:pt>
  </dgm:ptLst>
  <dgm:cxnLst>
    <dgm:cxn modelId="{021414B1-5584-45B7-A3CC-4294B73A12EE}" srcId="{73F38DC4-69CC-447E-A2E5-6029E67B644A}" destId="{043368D6-3311-44F3-BA96-5F873B10F01F}" srcOrd="1" destOrd="0" parTransId="{2A9B46C0-957B-4E7C-93EE-D47D90E9AB73}" sibTransId="{34344951-1A2B-40D8-8E9D-5520DB7C39F9}"/>
    <dgm:cxn modelId="{AFF51288-5EBC-482C-BD89-A5A0B7899879}" srcId="{73F38DC4-69CC-447E-A2E5-6029E67B644A}" destId="{56FC8115-CA21-45C1-827B-C20AD5A52626}" srcOrd="4" destOrd="0" parTransId="{FAA48B55-9F0E-47F0-A2DC-98F2BDB8A53D}" sibTransId="{C686E71C-0237-4F8D-A327-4FA178290D76}"/>
    <dgm:cxn modelId="{411C7DF6-848B-4AC6-AB08-D48167AE06CF}" type="presOf" srcId="{043368D6-3311-44F3-BA96-5F873B10F01F}" destId="{F425C64B-E84E-4C8A-83DF-3BC6CC09E101}" srcOrd="0" destOrd="0" presId="urn:microsoft.com/office/officeart/2018/2/layout/IconVerticalSolidList"/>
    <dgm:cxn modelId="{DB59711B-6032-413B-B4F4-24287443CA98}" srcId="{73F38DC4-69CC-447E-A2E5-6029E67B644A}" destId="{B4CB51FE-11C5-4F31-A045-BC26B908B68A}" srcOrd="3" destOrd="0" parTransId="{B2E7C4FD-8BC0-4FE6-82B3-9F38AFC2F564}" sibTransId="{04363937-6836-459F-BDA5-7D54816787A4}"/>
    <dgm:cxn modelId="{9DC61B2A-1138-46E0-A8BD-3234ECE80EDC}" type="presOf" srcId="{DEADED24-80EE-44F4-826A-B06428CA1F52}" destId="{6252C0DE-CE3A-4703-8A23-0B7774A5D210}" srcOrd="0" destOrd="0" presId="urn:microsoft.com/office/officeart/2018/2/layout/IconVerticalSolidList"/>
    <dgm:cxn modelId="{4ADEF9D1-2EB6-4791-87D9-F6E1925FA010}" srcId="{73F38DC4-69CC-447E-A2E5-6029E67B644A}" destId="{EA6EB560-5C74-4392-BBF0-FC7D5E9BA2E1}" srcOrd="0" destOrd="0" parTransId="{9881819D-9F06-41AE-98EF-AC9A9182892C}" sibTransId="{3140F111-D449-4397-97E2-B07ECE93D2F8}"/>
    <dgm:cxn modelId="{B121E095-24B5-4212-8CDA-7F5E06DFE4E6}" srcId="{73F38DC4-69CC-447E-A2E5-6029E67B644A}" destId="{F4EB8CC7-7F7E-4999-9011-453E8B030ECC}" srcOrd="2" destOrd="0" parTransId="{A8409435-4154-4557-A110-5EF48280722E}" sibTransId="{BC3BEB0C-2457-4A91-9624-C3DA9F5C33B0}"/>
    <dgm:cxn modelId="{24BD7CE7-A800-4912-9187-5DBB440434DD}" type="presOf" srcId="{EA6EB560-5C74-4392-BBF0-FC7D5E9BA2E1}" destId="{E4BA1B48-8F4F-4A2C-BF6B-93E6F7F8DFFA}" srcOrd="0" destOrd="0" presId="urn:microsoft.com/office/officeart/2018/2/layout/IconVerticalSolidList"/>
    <dgm:cxn modelId="{C6EBE640-4804-45F6-96CD-4B1ED8B3E617}" type="presOf" srcId="{B4CB51FE-11C5-4F31-A045-BC26B908B68A}" destId="{ECB560E1-B1CC-4591-8485-F059A7C83ACD}" srcOrd="0" destOrd="0" presId="urn:microsoft.com/office/officeart/2018/2/layout/IconVerticalSolidList"/>
    <dgm:cxn modelId="{F0AACE41-FE81-4C9D-A2C7-C8BD79E78DFB}" type="presOf" srcId="{56FC8115-CA21-45C1-827B-C20AD5A52626}" destId="{824A3594-3A46-41FE-B812-853D9E946ABB}" srcOrd="0" destOrd="0" presId="urn:microsoft.com/office/officeart/2018/2/layout/IconVerticalSolidList"/>
    <dgm:cxn modelId="{078BEBD5-139C-463B-89A4-0FE57B2FBFF6}" srcId="{73F38DC4-69CC-447E-A2E5-6029E67B644A}" destId="{DEADED24-80EE-44F4-826A-B06428CA1F52}" srcOrd="5" destOrd="0" parTransId="{B4A1765B-F1F8-477B-A7EC-9F05AC6753AE}" sibTransId="{6810964A-5A57-4560-91F0-0D886B960060}"/>
    <dgm:cxn modelId="{7C3AF34A-B301-45FC-B5F1-E652C18DEA60}" type="presOf" srcId="{73F38DC4-69CC-447E-A2E5-6029E67B644A}" destId="{E41300CA-956B-463C-B9CF-AB541299C2A9}" srcOrd="0" destOrd="0" presId="urn:microsoft.com/office/officeart/2018/2/layout/IconVerticalSolidList"/>
    <dgm:cxn modelId="{B1901BD2-3A1F-4AD0-BF76-FDA259695AD6}" type="presOf" srcId="{F4EB8CC7-7F7E-4999-9011-453E8B030ECC}" destId="{67F555BE-5D55-4450-A8CC-A61EA3BE3265}" srcOrd="0" destOrd="0" presId="urn:microsoft.com/office/officeart/2018/2/layout/IconVerticalSolidList"/>
    <dgm:cxn modelId="{BB62F5BC-EB22-4E80-B5D6-4AA1454011ED}" type="presParOf" srcId="{E41300CA-956B-463C-B9CF-AB541299C2A9}" destId="{62B70910-74A9-4649-88CA-E7CB8D624C11}" srcOrd="0" destOrd="0" presId="urn:microsoft.com/office/officeart/2018/2/layout/IconVerticalSolidList"/>
    <dgm:cxn modelId="{95F7C937-D82A-47D2-B97F-28DA231BAA0E}" type="presParOf" srcId="{62B70910-74A9-4649-88CA-E7CB8D624C11}" destId="{E1002213-8DEC-40EE-BDBE-13804AC17D46}" srcOrd="0" destOrd="0" presId="urn:microsoft.com/office/officeart/2018/2/layout/IconVerticalSolidList"/>
    <dgm:cxn modelId="{35DD19DB-CA88-4D4A-AC15-F462D0A6B07B}" type="presParOf" srcId="{62B70910-74A9-4649-88CA-E7CB8D624C11}" destId="{0B0EA4A5-944F-42FF-81C9-C63DE980EF8D}" srcOrd="1" destOrd="0" presId="urn:microsoft.com/office/officeart/2018/2/layout/IconVerticalSolidList"/>
    <dgm:cxn modelId="{C4ACE569-3DCD-442B-909F-07DE67EE212C}" type="presParOf" srcId="{62B70910-74A9-4649-88CA-E7CB8D624C11}" destId="{3E188F31-8145-4350-B9A8-CA5AEFC86D80}" srcOrd="2" destOrd="0" presId="urn:microsoft.com/office/officeart/2018/2/layout/IconVerticalSolidList"/>
    <dgm:cxn modelId="{7B0CEF0B-C934-4AEA-BC9F-E58A602231B8}" type="presParOf" srcId="{62B70910-74A9-4649-88CA-E7CB8D624C11}" destId="{E4BA1B48-8F4F-4A2C-BF6B-93E6F7F8DFFA}" srcOrd="3" destOrd="0" presId="urn:microsoft.com/office/officeart/2018/2/layout/IconVerticalSolidList"/>
    <dgm:cxn modelId="{CFF57E83-535B-4B87-B16B-4A3F35FE477A}" type="presParOf" srcId="{E41300CA-956B-463C-B9CF-AB541299C2A9}" destId="{F389680A-D6D5-405C-ACBB-DDB5A4E7C4F6}" srcOrd="1" destOrd="0" presId="urn:microsoft.com/office/officeart/2018/2/layout/IconVerticalSolidList"/>
    <dgm:cxn modelId="{9A55B562-0B1A-49ED-B2F7-9C6B7CD0B829}" type="presParOf" srcId="{E41300CA-956B-463C-B9CF-AB541299C2A9}" destId="{EA4975EB-7A9D-4B27-B73A-EAE21AAC3918}" srcOrd="2" destOrd="0" presId="urn:microsoft.com/office/officeart/2018/2/layout/IconVerticalSolidList"/>
    <dgm:cxn modelId="{FF34946B-18F0-41B3-97B6-76987737E70E}" type="presParOf" srcId="{EA4975EB-7A9D-4B27-B73A-EAE21AAC3918}" destId="{E5BCD5CF-C801-4781-9831-9A011B16CE0E}" srcOrd="0" destOrd="0" presId="urn:microsoft.com/office/officeart/2018/2/layout/IconVerticalSolidList"/>
    <dgm:cxn modelId="{D754B203-0543-46A7-B13B-484D0D42C3D5}" type="presParOf" srcId="{EA4975EB-7A9D-4B27-B73A-EAE21AAC3918}" destId="{ACDD14CC-018B-44F2-8AD4-DE80FFE7C198}" srcOrd="1" destOrd="0" presId="urn:microsoft.com/office/officeart/2018/2/layout/IconVerticalSolidList"/>
    <dgm:cxn modelId="{FC0DB32A-90B4-4A84-A62D-A22F54A05515}" type="presParOf" srcId="{EA4975EB-7A9D-4B27-B73A-EAE21AAC3918}" destId="{080C9E05-8798-4A94-9104-53A60289F3A8}" srcOrd="2" destOrd="0" presId="urn:microsoft.com/office/officeart/2018/2/layout/IconVerticalSolidList"/>
    <dgm:cxn modelId="{C2C22288-75A0-41B1-9ED7-ACBE98B61E95}" type="presParOf" srcId="{EA4975EB-7A9D-4B27-B73A-EAE21AAC3918}" destId="{F425C64B-E84E-4C8A-83DF-3BC6CC09E101}" srcOrd="3" destOrd="0" presId="urn:microsoft.com/office/officeart/2018/2/layout/IconVerticalSolidList"/>
    <dgm:cxn modelId="{74511C80-4620-4C98-BD44-488DEB4A53A4}" type="presParOf" srcId="{E41300CA-956B-463C-B9CF-AB541299C2A9}" destId="{B79EC460-28B0-4B17-84D2-3DE327EFAAA3}" srcOrd="3" destOrd="0" presId="urn:microsoft.com/office/officeart/2018/2/layout/IconVerticalSolidList"/>
    <dgm:cxn modelId="{1E69304E-350A-4F30-B1F9-68B58ED7183A}" type="presParOf" srcId="{E41300CA-956B-463C-B9CF-AB541299C2A9}" destId="{CA2D6CC3-2291-47CD-A27D-6D0A0B9B7E8D}" srcOrd="4" destOrd="0" presId="urn:microsoft.com/office/officeart/2018/2/layout/IconVerticalSolidList"/>
    <dgm:cxn modelId="{2D09B89E-9E78-4752-A8F8-DC0D9F5E213F}" type="presParOf" srcId="{CA2D6CC3-2291-47CD-A27D-6D0A0B9B7E8D}" destId="{39B2026A-3C13-4AE6-A1BF-B15129535E4B}" srcOrd="0" destOrd="0" presId="urn:microsoft.com/office/officeart/2018/2/layout/IconVerticalSolidList"/>
    <dgm:cxn modelId="{5A69A8F5-E6FA-45CF-9F12-C4EBD1E301EB}" type="presParOf" srcId="{CA2D6CC3-2291-47CD-A27D-6D0A0B9B7E8D}" destId="{D3268706-6C2F-4867-BF86-5775495388AA}" srcOrd="1" destOrd="0" presId="urn:microsoft.com/office/officeart/2018/2/layout/IconVerticalSolidList"/>
    <dgm:cxn modelId="{4E0B17D2-852E-4E71-ABA3-DCFDB6F241C0}" type="presParOf" srcId="{CA2D6CC3-2291-47CD-A27D-6D0A0B9B7E8D}" destId="{4AA1CDC4-9E1D-4714-9DA8-ACDA47ABCC62}" srcOrd="2" destOrd="0" presId="urn:microsoft.com/office/officeart/2018/2/layout/IconVerticalSolidList"/>
    <dgm:cxn modelId="{8C1ABB7A-4AA9-40FA-956D-79EF258B3C9C}" type="presParOf" srcId="{CA2D6CC3-2291-47CD-A27D-6D0A0B9B7E8D}" destId="{67F555BE-5D55-4450-A8CC-A61EA3BE3265}" srcOrd="3" destOrd="0" presId="urn:microsoft.com/office/officeart/2018/2/layout/IconVerticalSolidList"/>
    <dgm:cxn modelId="{32DDCE98-4854-4285-B39D-E23BC2D447E8}" type="presParOf" srcId="{E41300CA-956B-463C-B9CF-AB541299C2A9}" destId="{0F81A806-DA35-40C7-A22B-C155ADF1F39B}" srcOrd="5" destOrd="0" presId="urn:microsoft.com/office/officeart/2018/2/layout/IconVerticalSolidList"/>
    <dgm:cxn modelId="{29E1AC76-725B-4EA2-8C0A-59290181A469}" type="presParOf" srcId="{E41300CA-956B-463C-B9CF-AB541299C2A9}" destId="{4DE07838-709C-488C-AE08-773E73BD3029}" srcOrd="6" destOrd="0" presId="urn:microsoft.com/office/officeart/2018/2/layout/IconVerticalSolidList"/>
    <dgm:cxn modelId="{BD3505A5-1635-4908-977F-D6CA58BD18AB}" type="presParOf" srcId="{4DE07838-709C-488C-AE08-773E73BD3029}" destId="{FCB6219F-2059-4C9A-BB6A-A54DF2E6C4E6}" srcOrd="0" destOrd="0" presId="urn:microsoft.com/office/officeart/2018/2/layout/IconVerticalSolidList"/>
    <dgm:cxn modelId="{A625A8C1-CD24-42DC-950B-09B4F3620BCE}" type="presParOf" srcId="{4DE07838-709C-488C-AE08-773E73BD3029}" destId="{A2181F4E-0102-4286-8040-31BD0DF39A0A}" srcOrd="1" destOrd="0" presId="urn:microsoft.com/office/officeart/2018/2/layout/IconVerticalSolidList"/>
    <dgm:cxn modelId="{959D0185-9F80-476F-BC6C-D25D8A2FECB1}" type="presParOf" srcId="{4DE07838-709C-488C-AE08-773E73BD3029}" destId="{9F48D767-655B-47D7-99AB-C63C63AC4284}" srcOrd="2" destOrd="0" presId="urn:microsoft.com/office/officeart/2018/2/layout/IconVerticalSolidList"/>
    <dgm:cxn modelId="{023AEE4D-86B2-4863-B9A9-388B8ED66B2C}" type="presParOf" srcId="{4DE07838-709C-488C-AE08-773E73BD3029}" destId="{ECB560E1-B1CC-4591-8485-F059A7C83ACD}" srcOrd="3" destOrd="0" presId="urn:microsoft.com/office/officeart/2018/2/layout/IconVerticalSolidList"/>
    <dgm:cxn modelId="{C56FFCEF-7C8F-4BD2-BA0C-6AF56F446099}" type="presParOf" srcId="{E41300CA-956B-463C-B9CF-AB541299C2A9}" destId="{5491EE04-397F-4AA0-B0CE-EF983B14D690}" srcOrd="7" destOrd="0" presId="urn:microsoft.com/office/officeart/2018/2/layout/IconVerticalSolidList"/>
    <dgm:cxn modelId="{614B8822-2AFE-48A6-8D79-0EF3F5733BAF}" type="presParOf" srcId="{E41300CA-956B-463C-B9CF-AB541299C2A9}" destId="{49859214-C2E8-4D07-B5AF-AF1A3C8451D9}" srcOrd="8" destOrd="0" presId="urn:microsoft.com/office/officeart/2018/2/layout/IconVerticalSolidList"/>
    <dgm:cxn modelId="{792BBA4B-DAB2-460C-9C4E-B8901D98047D}" type="presParOf" srcId="{49859214-C2E8-4D07-B5AF-AF1A3C8451D9}" destId="{25197735-AA60-4E22-BB62-6EC87D9F38CD}" srcOrd="0" destOrd="0" presId="urn:microsoft.com/office/officeart/2018/2/layout/IconVerticalSolidList"/>
    <dgm:cxn modelId="{8550FF31-467F-44A4-B577-9884A257F023}" type="presParOf" srcId="{49859214-C2E8-4D07-B5AF-AF1A3C8451D9}" destId="{E99BA84A-EA94-4EF8-B595-9DB903BC4252}" srcOrd="1" destOrd="0" presId="urn:microsoft.com/office/officeart/2018/2/layout/IconVerticalSolidList"/>
    <dgm:cxn modelId="{35541AA4-1886-40E5-ADA7-013F9AE7B3F9}" type="presParOf" srcId="{49859214-C2E8-4D07-B5AF-AF1A3C8451D9}" destId="{54E997A4-8097-42B3-98D2-0486030E22D9}" srcOrd="2" destOrd="0" presId="urn:microsoft.com/office/officeart/2018/2/layout/IconVerticalSolidList"/>
    <dgm:cxn modelId="{3273BC3D-D730-494D-A578-9519E59E2688}" type="presParOf" srcId="{49859214-C2E8-4D07-B5AF-AF1A3C8451D9}" destId="{824A3594-3A46-41FE-B812-853D9E946ABB}" srcOrd="3" destOrd="0" presId="urn:microsoft.com/office/officeart/2018/2/layout/IconVerticalSolidList"/>
    <dgm:cxn modelId="{6D7C4009-8CA7-4AB7-8F6E-96A5666E42AD}" type="presParOf" srcId="{E41300CA-956B-463C-B9CF-AB541299C2A9}" destId="{8241A62D-EC91-45F1-9B00-3E272073B8D8}" srcOrd="9" destOrd="0" presId="urn:microsoft.com/office/officeart/2018/2/layout/IconVerticalSolidList"/>
    <dgm:cxn modelId="{C6177D99-4695-4D32-B22A-FD49C59A1E84}" type="presParOf" srcId="{E41300CA-956B-463C-B9CF-AB541299C2A9}" destId="{25287649-544D-425F-A927-4EE513780AEE}" srcOrd="10" destOrd="0" presId="urn:microsoft.com/office/officeart/2018/2/layout/IconVerticalSolidList"/>
    <dgm:cxn modelId="{7C418612-2896-45AA-8C88-5373E035B94D}" type="presParOf" srcId="{25287649-544D-425F-A927-4EE513780AEE}" destId="{9930C3FA-6382-4BB1-B6FF-A605A45ECCCE}" srcOrd="0" destOrd="0" presId="urn:microsoft.com/office/officeart/2018/2/layout/IconVerticalSolidList"/>
    <dgm:cxn modelId="{B8B4615B-D066-4E6D-A6AF-AD40DA0774B8}" type="presParOf" srcId="{25287649-544D-425F-A927-4EE513780AEE}" destId="{E4568C8D-EE2A-414C-8FC9-6378D3969FE0}" srcOrd="1" destOrd="0" presId="urn:microsoft.com/office/officeart/2018/2/layout/IconVerticalSolidList"/>
    <dgm:cxn modelId="{BA892184-3161-4B59-AFE1-E4868224DA6C}" type="presParOf" srcId="{25287649-544D-425F-A927-4EE513780AEE}" destId="{1F7C334A-A296-4DD4-A271-6FF10F0AA044}" srcOrd="2" destOrd="0" presId="urn:microsoft.com/office/officeart/2018/2/layout/IconVerticalSolidList"/>
    <dgm:cxn modelId="{C0D9F011-BCB9-4D3F-8CC4-D9455AD97552}" type="presParOf" srcId="{25287649-544D-425F-A927-4EE513780AEE}" destId="{6252C0DE-CE3A-4703-8A23-0B7774A5D21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A3FA8DC-B72F-4C45-A9AA-01EF74AE7AB7}" type="doc">
      <dgm:prSet loTypeId="urn:microsoft.com/office/officeart/2018/2/layout/IconLabelList" loCatId="icon" qsTypeId="urn:microsoft.com/office/officeart/2005/8/quickstyle/simple1" qsCatId="simple" csTypeId="urn:microsoft.com/office/officeart/2005/8/colors/accent3_2" csCatId="accent3" phldr="1"/>
      <dgm:spPr/>
      <dgm:t>
        <a:bodyPr/>
        <a:lstStyle/>
        <a:p>
          <a:endParaRPr lang="en-US"/>
        </a:p>
      </dgm:t>
    </dgm:pt>
    <dgm:pt modelId="{A3D5C545-072E-4A26-BBB8-E14470E0631B}">
      <dgm:prSet/>
      <dgm:spPr/>
      <dgm:t>
        <a:bodyPr/>
        <a:lstStyle/>
        <a:p>
          <a:r>
            <a:rPr lang="en-US" b="0" i="0" baseline="0"/>
            <a:t>We sincerely thank Depi for developing this course and providing us with the valuable opportunity to learn and apply our knowledge.</a:t>
          </a:r>
          <a:endParaRPr lang="en-US"/>
        </a:p>
      </dgm:t>
    </dgm:pt>
    <dgm:pt modelId="{032B4E64-B6B9-4C2B-A06B-6282571E6E43}" type="parTrans" cxnId="{5BEACB7E-A25F-4BBA-AE3A-642A851B9F71}">
      <dgm:prSet/>
      <dgm:spPr/>
      <dgm:t>
        <a:bodyPr/>
        <a:lstStyle/>
        <a:p>
          <a:endParaRPr lang="en-US"/>
        </a:p>
      </dgm:t>
    </dgm:pt>
    <dgm:pt modelId="{B36E66FA-AD3A-4DC0-B242-8E7B9F64973A}" type="sibTrans" cxnId="{5BEACB7E-A25F-4BBA-AE3A-642A851B9F71}">
      <dgm:prSet/>
      <dgm:spPr/>
      <dgm:t>
        <a:bodyPr/>
        <a:lstStyle/>
        <a:p>
          <a:endParaRPr lang="en-US"/>
        </a:p>
      </dgm:t>
    </dgm:pt>
    <dgm:pt modelId="{E49435F5-F8DE-4417-86B0-8619B7044A73}">
      <dgm:prSet/>
      <dgm:spPr/>
      <dgm:t>
        <a:bodyPr/>
        <a:lstStyle/>
        <a:p>
          <a:r>
            <a:rPr lang="en-US" b="0" i="0" baseline="0" dirty="0"/>
            <a:t>This project allowed us to gain hands-on experience in payroll system configuration, processing, and reporting, and we are grateful for the guidance and support that made this learning journey possible.</a:t>
          </a:r>
          <a:endParaRPr lang="en-US" dirty="0"/>
        </a:p>
      </dgm:t>
    </dgm:pt>
    <dgm:pt modelId="{F482A877-775F-46E9-9D99-C010FCCF2334}" type="parTrans" cxnId="{2A93A011-3B43-4BD0-A1CB-13D680D3D684}">
      <dgm:prSet/>
      <dgm:spPr/>
      <dgm:t>
        <a:bodyPr/>
        <a:lstStyle/>
        <a:p>
          <a:endParaRPr lang="en-US"/>
        </a:p>
      </dgm:t>
    </dgm:pt>
    <dgm:pt modelId="{5C298E4A-EEC3-4BA6-A8F1-D202509149A6}" type="sibTrans" cxnId="{2A93A011-3B43-4BD0-A1CB-13D680D3D684}">
      <dgm:prSet/>
      <dgm:spPr/>
      <dgm:t>
        <a:bodyPr/>
        <a:lstStyle/>
        <a:p>
          <a:endParaRPr lang="en-US"/>
        </a:p>
      </dgm:t>
    </dgm:pt>
    <dgm:pt modelId="{2C1E556B-A133-49B4-A990-886018C41AF5}" type="pres">
      <dgm:prSet presAssocID="{EA3FA8DC-B72F-4C45-A9AA-01EF74AE7AB7}" presName="root" presStyleCnt="0">
        <dgm:presLayoutVars>
          <dgm:dir/>
          <dgm:resizeHandles val="exact"/>
        </dgm:presLayoutVars>
      </dgm:prSet>
      <dgm:spPr/>
      <dgm:t>
        <a:bodyPr/>
        <a:lstStyle/>
        <a:p>
          <a:endParaRPr lang="en-US"/>
        </a:p>
      </dgm:t>
    </dgm:pt>
    <dgm:pt modelId="{1A0BCD13-A0AE-451A-9A79-BDE8725CFA3E}" type="pres">
      <dgm:prSet presAssocID="{A3D5C545-072E-4A26-BBB8-E14470E0631B}" presName="compNode" presStyleCnt="0"/>
      <dgm:spPr/>
    </dgm:pt>
    <dgm:pt modelId="{77187B3A-75D4-4A3E-A4D5-1721BAC5775D}" type="pres">
      <dgm:prSet presAssocID="{A3D5C545-072E-4A26-BBB8-E14470E0631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34B60C73-0336-4CBA-8FAC-AC515BA8431B}" type="pres">
      <dgm:prSet presAssocID="{A3D5C545-072E-4A26-BBB8-E14470E0631B}" presName="spaceRect" presStyleCnt="0"/>
      <dgm:spPr/>
    </dgm:pt>
    <dgm:pt modelId="{4E36BABC-B8F3-43BF-A644-981CB6C4949C}" type="pres">
      <dgm:prSet presAssocID="{A3D5C545-072E-4A26-BBB8-E14470E0631B}" presName="textRect" presStyleLbl="revTx" presStyleIdx="0" presStyleCnt="2">
        <dgm:presLayoutVars>
          <dgm:chMax val="1"/>
          <dgm:chPref val="1"/>
        </dgm:presLayoutVars>
      </dgm:prSet>
      <dgm:spPr/>
      <dgm:t>
        <a:bodyPr/>
        <a:lstStyle/>
        <a:p>
          <a:endParaRPr lang="en-US"/>
        </a:p>
      </dgm:t>
    </dgm:pt>
    <dgm:pt modelId="{64F9D5EC-94B7-4396-81B3-36870147295D}" type="pres">
      <dgm:prSet presAssocID="{B36E66FA-AD3A-4DC0-B242-8E7B9F64973A}" presName="sibTrans" presStyleCnt="0"/>
      <dgm:spPr/>
    </dgm:pt>
    <dgm:pt modelId="{D3FB5748-4798-4906-A707-25344C54D40D}" type="pres">
      <dgm:prSet presAssocID="{E49435F5-F8DE-4417-86B0-8619B7044A73}" presName="compNode" presStyleCnt="0"/>
      <dgm:spPr/>
    </dgm:pt>
    <dgm:pt modelId="{77B01EBE-F05C-4C7D-8E35-5E1B9526CF7C}" type="pres">
      <dgm:prSet presAssocID="{E49435F5-F8DE-4417-86B0-8619B7044A7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BCFDA4BE-8446-49A1-8F6F-82BA852E82AC}" type="pres">
      <dgm:prSet presAssocID="{E49435F5-F8DE-4417-86B0-8619B7044A73}" presName="spaceRect" presStyleCnt="0"/>
      <dgm:spPr/>
    </dgm:pt>
    <dgm:pt modelId="{EC1EF809-656B-40FD-A2BC-B829828FCBF7}" type="pres">
      <dgm:prSet presAssocID="{E49435F5-F8DE-4417-86B0-8619B7044A73}" presName="textRect" presStyleLbl="revTx" presStyleIdx="1" presStyleCnt="2">
        <dgm:presLayoutVars>
          <dgm:chMax val="1"/>
          <dgm:chPref val="1"/>
        </dgm:presLayoutVars>
      </dgm:prSet>
      <dgm:spPr/>
      <dgm:t>
        <a:bodyPr/>
        <a:lstStyle/>
        <a:p>
          <a:endParaRPr lang="en-US"/>
        </a:p>
      </dgm:t>
    </dgm:pt>
  </dgm:ptLst>
  <dgm:cxnLst>
    <dgm:cxn modelId="{E00C5056-5C89-4B7E-9DA2-1CE9DBCF3C52}" type="presOf" srcId="{E49435F5-F8DE-4417-86B0-8619B7044A73}" destId="{EC1EF809-656B-40FD-A2BC-B829828FCBF7}" srcOrd="0" destOrd="0" presId="urn:microsoft.com/office/officeart/2018/2/layout/IconLabelList"/>
    <dgm:cxn modelId="{BC367F6F-FE68-4F2B-85A3-92D365A641BA}" type="presOf" srcId="{A3D5C545-072E-4A26-BBB8-E14470E0631B}" destId="{4E36BABC-B8F3-43BF-A644-981CB6C4949C}" srcOrd="0" destOrd="0" presId="urn:microsoft.com/office/officeart/2018/2/layout/IconLabelList"/>
    <dgm:cxn modelId="{2A93A011-3B43-4BD0-A1CB-13D680D3D684}" srcId="{EA3FA8DC-B72F-4C45-A9AA-01EF74AE7AB7}" destId="{E49435F5-F8DE-4417-86B0-8619B7044A73}" srcOrd="1" destOrd="0" parTransId="{F482A877-775F-46E9-9D99-C010FCCF2334}" sibTransId="{5C298E4A-EEC3-4BA6-A8F1-D202509149A6}"/>
    <dgm:cxn modelId="{5BEACB7E-A25F-4BBA-AE3A-642A851B9F71}" srcId="{EA3FA8DC-B72F-4C45-A9AA-01EF74AE7AB7}" destId="{A3D5C545-072E-4A26-BBB8-E14470E0631B}" srcOrd="0" destOrd="0" parTransId="{032B4E64-B6B9-4C2B-A06B-6282571E6E43}" sibTransId="{B36E66FA-AD3A-4DC0-B242-8E7B9F64973A}"/>
    <dgm:cxn modelId="{DFE3510C-74D0-4F87-A292-B34131A36209}" type="presOf" srcId="{EA3FA8DC-B72F-4C45-A9AA-01EF74AE7AB7}" destId="{2C1E556B-A133-49B4-A990-886018C41AF5}" srcOrd="0" destOrd="0" presId="urn:microsoft.com/office/officeart/2018/2/layout/IconLabelList"/>
    <dgm:cxn modelId="{ACAF5B8F-9CDA-43AD-A65D-C95F6D1DA52D}" type="presParOf" srcId="{2C1E556B-A133-49B4-A990-886018C41AF5}" destId="{1A0BCD13-A0AE-451A-9A79-BDE8725CFA3E}" srcOrd="0" destOrd="0" presId="urn:microsoft.com/office/officeart/2018/2/layout/IconLabelList"/>
    <dgm:cxn modelId="{907A24D6-D2C7-4FE3-BBDC-DC80B6CEE987}" type="presParOf" srcId="{1A0BCD13-A0AE-451A-9A79-BDE8725CFA3E}" destId="{77187B3A-75D4-4A3E-A4D5-1721BAC5775D}" srcOrd="0" destOrd="0" presId="urn:microsoft.com/office/officeart/2018/2/layout/IconLabelList"/>
    <dgm:cxn modelId="{820B6F0A-E3C8-41A2-8D5A-D307BB6D0C08}" type="presParOf" srcId="{1A0BCD13-A0AE-451A-9A79-BDE8725CFA3E}" destId="{34B60C73-0336-4CBA-8FAC-AC515BA8431B}" srcOrd="1" destOrd="0" presId="urn:microsoft.com/office/officeart/2018/2/layout/IconLabelList"/>
    <dgm:cxn modelId="{D74229F2-56B7-4862-81CC-48A0541E6928}" type="presParOf" srcId="{1A0BCD13-A0AE-451A-9A79-BDE8725CFA3E}" destId="{4E36BABC-B8F3-43BF-A644-981CB6C4949C}" srcOrd="2" destOrd="0" presId="urn:microsoft.com/office/officeart/2018/2/layout/IconLabelList"/>
    <dgm:cxn modelId="{38DA91F6-5C20-4140-B970-5215399F9E98}" type="presParOf" srcId="{2C1E556B-A133-49B4-A990-886018C41AF5}" destId="{64F9D5EC-94B7-4396-81B3-36870147295D}" srcOrd="1" destOrd="0" presId="urn:microsoft.com/office/officeart/2018/2/layout/IconLabelList"/>
    <dgm:cxn modelId="{DF4CD6E0-2F06-49C9-A658-51527B816033}" type="presParOf" srcId="{2C1E556B-A133-49B4-A990-886018C41AF5}" destId="{D3FB5748-4798-4906-A707-25344C54D40D}" srcOrd="2" destOrd="0" presId="urn:microsoft.com/office/officeart/2018/2/layout/IconLabelList"/>
    <dgm:cxn modelId="{54639E13-CA5D-41D6-B338-2821BC07C75C}" type="presParOf" srcId="{D3FB5748-4798-4906-A707-25344C54D40D}" destId="{77B01EBE-F05C-4C7D-8E35-5E1B9526CF7C}" srcOrd="0" destOrd="0" presId="urn:microsoft.com/office/officeart/2018/2/layout/IconLabelList"/>
    <dgm:cxn modelId="{BAC1CB8C-D8BB-4584-8A8A-DD4FC814E5D7}" type="presParOf" srcId="{D3FB5748-4798-4906-A707-25344C54D40D}" destId="{BCFDA4BE-8446-49A1-8F6F-82BA852E82AC}" srcOrd="1" destOrd="0" presId="urn:microsoft.com/office/officeart/2018/2/layout/IconLabelList"/>
    <dgm:cxn modelId="{8A02650D-C373-460E-9E9C-B26795A7E173}" type="presParOf" srcId="{D3FB5748-4798-4906-A707-25344C54D40D}" destId="{EC1EF809-656B-40FD-A2BC-B829828FCBF7}"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16F55F-C5F0-4B3E-877A-CFBBE752C5CB}">
      <dsp:nvSpPr>
        <dsp:cNvPr id="0" name=""/>
        <dsp:cNvSpPr/>
      </dsp:nvSpPr>
      <dsp:spPr>
        <a:xfrm>
          <a:off x="0" y="11562"/>
          <a:ext cx="11607800" cy="3030300"/>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0970" tIns="140970" rIns="140970" bIns="140970" numCol="1" spcCol="1270" anchor="ctr" anchorCtr="0">
          <a:noAutofit/>
        </a:bodyPr>
        <a:lstStyle/>
        <a:p>
          <a:pPr lvl="0" algn="l" defTabSz="1644650">
            <a:lnSpc>
              <a:spcPct val="90000"/>
            </a:lnSpc>
            <a:spcBef>
              <a:spcPct val="0"/>
            </a:spcBef>
            <a:spcAft>
              <a:spcPct val="35000"/>
            </a:spcAft>
          </a:pPr>
          <a:r>
            <a:rPr lang="en-US" sz="3700" kern="1200" dirty="0"/>
            <a:t>Imagine an organization where every salary update, bonus, or deduction automatically reflects in payroll and finance — eliminating manual work and costly errors. That’s the power of integration in Microsoft Dynamics 365 Finance &amp; Operations.</a:t>
          </a:r>
        </a:p>
      </dsp:txBody>
      <dsp:txXfrm>
        <a:off x="147927" y="159489"/>
        <a:ext cx="11311946" cy="2734446"/>
      </dsp:txXfrm>
    </dsp:sp>
    <dsp:sp modelId="{172D9EE7-C9B9-4381-9CEF-955F1269CF39}">
      <dsp:nvSpPr>
        <dsp:cNvPr id="0" name=""/>
        <dsp:cNvSpPr/>
      </dsp:nvSpPr>
      <dsp:spPr>
        <a:xfrm>
          <a:off x="0" y="3148422"/>
          <a:ext cx="11607800" cy="3030300"/>
        </a:xfrm>
        <a:prstGeom prst="roundRect">
          <a:avLst/>
        </a:prstGeom>
        <a:solidFill>
          <a:schemeClr val="accent2">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40970" tIns="140970" rIns="140970" bIns="140970" numCol="1" spcCol="1270" anchor="ctr" anchorCtr="0">
          <a:noAutofit/>
        </a:bodyPr>
        <a:lstStyle/>
        <a:p>
          <a:pPr lvl="0" algn="l" defTabSz="1644650">
            <a:lnSpc>
              <a:spcPct val="90000"/>
            </a:lnSpc>
            <a:spcBef>
              <a:spcPct val="0"/>
            </a:spcBef>
            <a:spcAft>
              <a:spcPct val="35000"/>
            </a:spcAft>
          </a:pPr>
          <a:r>
            <a:rPr lang="en-US" sz="3700" kern="1200"/>
            <a:t>Our project, Payroll Integration Simulation, brings this vision to life. It showcases how HR data, such as worker details and salary structures, flow seamlessly into payroll processing, producing accurate financial postings and insightful payroll reports.</a:t>
          </a:r>
        </a:p>
      </dsp:txBody>
      <dsp:txXfrm>
        <a:off x="147927" y="3296349"/>
        <a:ext cx="11311946" cy="27344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5ED5AE-09D2-4678-84AC-42E604B6A40B}">
      <dsp:nvSpPr>
        <dsp:cNvPr id="0" name=""/>
        <dsp:cNvSpPr/>
      </dsp:nvSpPr>
      <dsp:spPr>
        <a:xfrm>
          <a:off x="0" y="1886298"/>
          <a:ext cx="3264693" cy="20730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530C3F-F53B-4FC9-AFAF-F984D728BB39}">
      <dsp:nvSpPr>
        <dsp:cNvPr id="0" name=""/>
        <dsp:cNvSpPr/>
      </dsp:nvSpPr>
      <dsp:spPr>
        <a:xfrm>
          <a:off x="362743" y="2230905"/>
          <a:ext cx="3264693" cy="20730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b="0" kern="1200" dirty="0"/>
            <a:t>The objective of this project </a:t>
          </a:r>
          <a:r>
            <a:rPr lang="en-US" sz="1900" b="0" kern="1200" dirty="0" smtClean="0"/>
            <a:t>is to </a:t>
          </a:r>
          <a:r>
            <a:rPr lang="en-US" sz="1900" b="0" kern="1200" dirty="0"/>
            <a:t>set up and execute a complete payroll cycle for </a:t>
          </a:r>
          <a:r>
            <a:rPr lang="en-US" sz="1900" b="0" kern="1200" dirty="0" smtClean="0"/>
            <a:t>employees</a:t>
          </a:r>
          <a:r>
            <a:rPr lang="en-US" sz="1900" b="0" kern="1200" dirty="0"/>
            <a:t>.</a:t>
          </a:r>
          <a:endParaRPr lang="en-US" sz="1900" kern="1200" dirty="0"/>
        </a:p>
      </dsp:txBody>
      <dsp:txXfrm>
        <a:off x="423461" y="2291623"/>
        <a:ext cx="3143257" cy="1951644"/>
      </dsp:txXfrm>
    </dsp:sp>
    <dsp:sp modelId="{95F800A4-596E-41C2-8D8C-65D1532AA9E1}">
      <dsp:nvSpPr>
        <dsp:cNvPr id="0" name=""/>
        <dsp:cNvSpPr/>
      </dsp:nvSpPr>
      <dsp:spPr>
        <a:xfrm>
          <a:off x="3990181" y="1886298"/>
          <a:ext cx="3264693" cy="20730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9E85D6-FDFC-40B9-B876-9682EC18774D}">
      <dsp:nvSpPr>
        <dsp:cNvPr id="0" name=""/>
        <dsp:cNvSpPr/>
      </dsp:nvSpPr>
      <dsp:spPr>
        <a:xfrm>
          <a:off x="4352925" y="2230905"/>
          <a:ext cx="3264693" cy="20730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b="0" kern="1200" dirty="0"/>
            <a:t>The goal </a:t>
          </a:r>
          <a:r>
            <a:rPr lang="en-US" sz="1900" b="0" kern="1200" dirty="0" smtClean="0"/>
            <a:t>is to </a:t>
          </a:r>
          <a:r>
            <a:rPr lang="en-US" sz="1900" b="0" kern="1200" dirty="0"/>
            <a:t>configure pay items, pay periods, time and attendance, and payroll rules to ensure accurate salary, allowance, bonus, incentive, tax, and insurance calculations.</a:t>
          </a:r>
          <a:endParaRPr lang="en-US" sz="1900" kern="1200" dirty="0"/>
        </a:p>
      </dsp:txBody>
      <dsp:txXfrm>
        <a:off x="4413643" y="2291623"/>
        <a:ext cx="3143257" cy="1951644"/>
      </dsp:txXfrm>
    </dsp:sp>
    <dsp:sp modelId="{D5424DA9-8A28-4A3A-BE8D-25C0A7393A0B}">
      <dsp:nvSpPr>
        <dsp:cNvPr id="0" name=""/>
        <dsp:cNvSpPr/>
      </dsp:nvSpPr>
      <dsp:spPr>
        <a:xfrm>
          <a:off x="7980362" y="1886298"/>
          <a:ext cx="3264693" cy="207308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0DA453-E11D-465A-94B8-38AC27102F04}">
      <dsp:nvSpPr>
        <dsp:cNvPr id="0" name=""/>
        <dsp:cNvSpPr/>
      </dsp:nvSpPr>
      <dsp:spPr>
        <a:xfrm>
          <a:off x="8343106" y="2230905"/>
          <a:ext cx="3264693" cy="207308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en-US" sz="1900" b="0" kern="1200" dirty="0"/>
            <a:t>The project also </a:t>
          </a:r>
          <a:r>
            <a:rPr lang="en-US" sz="1900" b="0" kern="1200" dirty="0" smtClean="0"/>
            <a:t>aims </a:t>
          </a:r>
          <a:r>
            <a:rPr lang="en-US" sz="1900" b="0" kern="1200" dirty="0"/>
            <a:t>to produce correct pay statements through end-to-end payroll processing.</a:t>
          </a:r>
          <a:endParaRPr lang="en-US" sz="1900" kern="1200" dirty="0"/>
        </a:p>
      </dsp:txBody>
      <dsp:txXfrm>
        <a:off x="8403824" y="2291623"/>
        <a:ext cx="3143257" cy="19516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B5E142-F52D-498B-B0E7-37A79EC41CC3}">
      <dsp:nvSpPr>
        <dsp:cNvPr id="0" name=""/>
        <dsp:cNvSpPr/>
      </dsp:nvSpPr>
      <dsp:spPr>
        <a:xfrm>
          <a:off x="3803665" y="777229"/>
          <a:ext cx="599043" cy="91440"/>
        </a:xfrm>
        <a:custGeom>
          <a:avLst/>
          <a:gdLst/>
          <a:ahLst/>
          <a:cxnLst/>
          <a:rect l="0" t="0" r="0" b="0"/>
          <a:pathLst>
            <a:path>
              <a:moveTo>
                <a:pt x="0" y="45720"/>
              </a:moveTo>
              <a:lnTo>
                <a:pt x="599043"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087446" y="819801"/>
        <a:ext cx="31482" cy="6296"/>
      </dsp:txXfrm>
    </dsp:sp>
    <dsp:sp modelId="{5F03D690-89AC-4A94-89C5-6314012DD62E}">
      <dsp:nvSpPr>
        <dsp:cNvPr id="0" name=""/>
        <dsp:cNvSpPr/>
      </dsp:nvSpPr>
      <dsp:spPr>
        <a:xfrm>
          <a:off x="1067883" y="1675"/>
          <a:ext cx="2737581" cy="16425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144" tIns="140808" rIns="134144" bIns="140808" numCol="1" spcCol="1270" anchor="t" anchorCtr="0">
          <a:noAutofit/>
        </a:bodyPr>
        <a:lstStyle/>
        <a:p>
          <a:pPr lvl="0" algn="l" defTabSz="622300">
            <a:lnSpc>
              <a:spcPct val="90000"/>
            </a:lnSpc>
            <a:spcBef>
              <a:spcPct val="0"/>
            </a:spcBef>
            <a:spcAft>
              <a:spcPct val="35000"/>
            </a:spcAft>
          </a:pPr>
          <a:r>
            <a:rPr lang="en-US" sz="1400" b="1" kern="1200"/>
            <a:t>1. Requirement Understanding</a:t>
          </a:r>
          <a:endParaRPr lang="en-US" sz="1400" kern="1200"/>
        </a:p>
        <a:p>
          <a:pPr marL="57150" lvl="1" indent="-57150" algn="l" defTabSz="488950">
            <a:lnSpc>
              <a:spcPct val="90000"/>
            </a:lnSpc>
            <a:spcBef>
              <a:spcPct val="0"/>
            </a:spcBef>
            <a:spcAft>
              <a:spcPct val="15000"/>
            </a:spcAft>
            <a:buChar char="••"/>
          </a:pPr>
          <a:r>
            <a:rPr lang="en-US" sz="1100" kern="1200"/>
            <a:t>Identified project needs: departments, employees, payroll components</a:t>
          </a:r>
        </a:p>
        <a:p>
          <a:pPr marL="57150" lvl="1" indent="-57150" algn="l" defTabSz="488950">
            <a:lnSpc>
              <a:spcPct val="90000"/>
            </a:lnSpc>
            <a:spcBef>
              <a:spcPct val="0"/>
            </a:spcBef>
            <a:spcAft>
              <a:spcPct val="15000"/>
            </a:spcAft>
            <a:buChar char="••"/>
          </a:pPr>
          <a:r>
            <a:rPr lang="en-US" sz="1100" kern="1200"/>
            <a:t>Defined earnings, deductions, and pay cycles</a:t>
          </a:r>
        </a:p>
      </dsp:txBody>
      <dsp:txXfrm>
        <a:off x="1067883" y="1675"/>
        <a:ext cx="2737581" cy="1642549"/>
      </dsp:txXfrm>
    </dsp:sp>
    <dsp:sp modelId="{C6A3FA37-6C91-476C-9923-E2C80B9FCDCE}">
      <dsp:nvSpPr>
        <dsp:cNvPr id="0" name=""/>
        <dsp:cNvSpPr/>
      </dsp:nvSpPr>
      <dsp:spPr>
        <a:xfrm>
          <a:off x="7170890" y="777229"/>
          <a:ext cx="599043" cy="91440"/>
        </a:xfrm>
        <a:custGeom>
          <a:avLst/>
          <a:gdLst/>
          <a:ahLst/>
          <a:cxnLst/>
          <a:rect l="0" t="0" r="0" b="0"/>
          <a:pathLst>
            <a:path>
              <a:moveTo>
                <a:pt x="0" y="45720"/>
              </a:moveTo>
              <a:lnTo>
                <a:pt x="599043"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7454671" y="819801"/>
        <a:ext cx="31482" cy="6296"/>
      </dsp:txXfrm>
    </dsp:sp>
    <dsp:sp modelId="{001DE657-86BC-4C70-BE7C-9B37D3FCB35E}">
      <dsp:nvSpPr>
        <dsp:cNvPr id="0" name=""/>
        <dsp:cNvSpPr/>
      </dsp:nvSpPr>
      <dsp:spPr>
        <a:xfrm>
          <a:off x="4435109" y="1675"/>
          <a:ext cx="2737581" cy="16425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144" tIns="140808" rIns="134144" bIns="140808" numCol="1" spcCol="1270" anchor="t" anchorCtr="0">
          <a:noAutofit/>
        </a:bodyPr>
        <a:lstStyle/>
        <a:p>
          <a:pPr lvl="0" algn="l" defTabSz="622300">
            <a:lnSpc>
              <a:spcPct val="90000"/>
            </a:lnSpc>
            <a:spcBef>
              <a:spcPct val="0"/>
            </a:spcBef>
            <a:spcAft>
              <a:spcPct val="35000"/>
            </a:spcAft>
          </a:pPr>
          <a:r>
            <a:rPr lang="en-US" sz="1400" b="1" kern="1200"/>
            <a:t>2. System Setup &amp; Configuration</a:t>
          </a:r>
          <a:endParaRPr lang="en-US" sz="1400" kern="1200"/>
        </a:p>
        <a:p>
          <a:pPr marL="57150" lvl="1" indent="-57150" algn="l" defTabSz="488950">
            <a:lnSpc>
              <a:spcPct val="90000"/>
            </a:lnSpc>
            <a:spcBef>
              <a:spcPct val="0"/>
            </a:spcBef>
            <a:spcAft>
              <a:spcPct val="15000"/>
            </a:spcAft>
            <a:buChar char="••"/>
          </a:pPr>
          <a:r>
            <a:rPr lang="en-US" sz="1100" kern="1200"/>
            <a:t>Created organizational structure (2 departments)</a:t>
          </a:r>
        </a:p>
        <a:p>
          <a:pPr marL="57150" lvl="1" indent="-57150" algn="l" defTabSz="488950">
            <a:lnSpc>
              <a:spcPct val="90000"/>
            </a:lnSpc>
            <a:spcBef>
              <a:spcPct val="0"/>
            </a:spcBef>
            <a:spcAft>
              <a:spcPct val="15000"/>
            </a:spcAft>
            <a:buChar char="••"/>
          </a:pPr>
          <a:r>
            <a:rPr lang="en-US" sz="1100" kern="1200"/>
            <a:t>Added 10 employees</a:t>
          </a:r>
        </a:p>
        <a:p>
          <a:pPr marL="57150" lvl="1" indent="-57150" algn="l" defTabSz="488950">
            <a:lnSpc>
              <a:spcPct val="90000"/>
            </a:lnSpc>
            <a:spcBef>
              <a:spcPct val="0"/>
            </a:spcBef>
            <a:spcAft>
              <a:spcPct val="15000"/>
            </a:spcAft>
            <a:buChar char="••"/>
          </a:pPr>
          <a:r>
            <a:rPr lang="en-US" sz="1100" kern="1200"/>
            <a:t>Configured pay periods and pay items (salary, bonus, allowance, overtime, tax, insurance)</a:t>
          </a:r>
        </a:p>
      </dsp:txBody>
      <dsp:txXfrm>
        <a:off x="4435109" y="1675"/>
        <a:ext cx="2737581" cy="1642549"/>
      </dsp:txXfrm>
    </dsp:sp>
    <dsp:sp modelId="{54A4E48F-B398-4325-AF2E-3339A362E6BE}">
      <dsp:nvSpPr>
        <dsp:cNvPr id="0" name=""/>
        <dsp:cNvSpPr/>
      </dsp:nvSpPr>
      <dsp:spPr>
        <a:xfrm>
          <a:off x="2436674" y="1642424"/>
          <a:ext cx="6734451" cy="599043"/>
        </a:xfrm>
        <a:custGeom>
          <a:avLst/>
          <a:gdLst/>
          <a:ahLst/>
          <a:cxnLst/>
          <a:rect l="0" t="0" r="0" b="0"/>
          <a:pathLst>
            <a:path>
              <a:moveTo>
                <a:pt x="6734451" y="0"/>
              </a:moveTo>
              <a:lnTo>
                <a:pt x="6734451" y="316621"/>
              </a:lnTo>
              <a:lnTo>
                <a:pt x="0" y="316621"/>
              </a:lnTo>
              <a:lnTo>
                <a:pt x="0" y="599043"/>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634804" y="1938797"/>
        <a:ext cx="338191" cy="6296"/>
      </dsp:txXfrm>
    </dsp:sp>
    <dsp:sp modelId="{2E7A0608-A0DF-4A31-B00D-6E5B05411A81}">
      <dsp:nvSpPr>
        <dsp:cNvPr id="0" name=""/>
        <dsp:cNvSpPr/>
      </dsp:nvSpPr>
      <dsp:spPr>
        <a:xfrm>
          <a:off x="7802334" y="1675"/>
          <a:ext cx="2737581" cy="16425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144" tIns="140808" rIns="134144" bIns="140808" numCol="1" spcCol="1270" anchor="t" anchorCtr="0">
          <a:noAutofit/>
        </a:bodyPr>
        <a:lstStyle/>
        <a:p>
          <a:pPr lvl="0" algn="l" defTabSz="622300">
            <a:lnSpc>
              <a:spcPct val="90000"/>
            </a:lnSpc>
            <a:spcBef>
              <a:spcPct val="0"/>
            </a:spcBef>
            <a:spcAft>
              <a:spcPct val="35000"/>
            </a:spcAft>
          </a:pPr>
          <a:r>
            <a:rPr lang="en-US" sz="1400" b="1" kern="1200"/>
            <a:t>3. Time &amp; Attendance Setup</a:t>
          </a:r>
          <a:endParaRPr lang="en-US" sz="1400" kern="1200"/>
        </a:p>
        <a:p>
          <a:pPr marL="57150" lvl="1" indent="-57150" algn="l" defTabSz="488950">
            <a:lnSpc>
              <a:spcPct val="90000"/>
            </a:lnSpc>
            <a:spcBef>
              <a:spcPct val="0"/>
            </a:spcBef>
            <a:spcAft>
              <a:spcPct val="15000"/>
            </a:spcAft>
            <a:buChar char="••"/>
          </a:pPr>
          <a:r>
            <a:rPr lang="en-US" sz="1100" kern="1200"/>
            <a:t>Enabled time &amp; attendance module</a:t>
          </a:r>
        </a:p>
        <a:p>
          <a:pPr marL="57150" lvl="1" indent="-57150" algn="l" defTabSz="488950">
            <a:lnSpc>
              <a:spcPct val="90000"/>
            </a:lnSpc>
            <a:spcBef>
              <a:spcPct val="0"/>
            </a:spcBef>
            <a:spcAft>
              <a:spcPct val="15000"/>
            </a:spcAft>
            <a:buChar char="••"/>
          </a:pPr>
          <a:r>
            <a:rPr lang="en-US" sz="1100" kern="1200"/>
            <a:t>Linked attendance transactions to all employees</a:t>
          </a:r>
        </a:p>
      </dsp:txBody>
      <dsp:txXfrm>
        <a:off x="7802334" y="1675"/>
        <a:ext cx="2737581" cy="1642549"/>
      </dsp:txXfrm>
    </dsp:sp>
    <dsp:sp modelId="{C4F789B1-2C3C-4924-8593-8C4E1E4095CA}">
      <dsp:nvSpPr>
        <dsp:cNvPr id="0" name=""/>
        <dsp:cNvSpPr/>
      </dsp:nvSpPr>
      <dsp:spPr>
        <a:xfrm>
          <a:off x="3803665" y="3049422"/>
          <a:ext cx="599043" cy="91440"/>
        </a:xfrm>
        <a:custGeom>
          <a:avLst/>
          <a:gdLst/>
          <a:ahLst/>
          <a:cxnLst/>
          <a:rect l="0" t="0" r="0" b="0"/>
          <a:pathLst>
            <a:path>
              <a:moveTo>
                <a:pt x="0" y="45720"/>
              </a:moveTo>
              <a:lnTo>
                <a:pt x="599043"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087446" y="3091994"/>
        <a:ext cx="31482" cy="6296"/>
      </dsp:txXfrm>
    </dsp:sp>
    <dsp:sp modelId="{F553388B-E36F-42D2-A6FD-68C096AACB48}">
      <dsp:nvSpPr>
        <dsp:cNvPr id="0" name=""/>
        <dsp:cNvSpPr/>
      </dsp:nvSpPr>
      <dsp:spPr>
        <a:xfrm>
          <a:off x="1067883" y="2273867"/>
          <a:ext cx="2737581" cy="16425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144" tIns="140808" rIns="134144" bIns="140808" numCol="1" spcCol="1270" anchor="t" anchorCtr="0">
          <a:noAutofit/>
        </a:bodyPr>
        <a:lstStyle/>
        <a:p>
          <a:pPr lvl="0" algn="l" defTabSz="622300">
            <a:lnSpc>
              <a:spcPct val="90000"/>
            </a:lnSpc>
            <a:spcBef>
              <a:spcPct val="0"/>
            </a:spcBef>
            <a:spcAft>
              <a:spcPct val="35000"/>
            </a:spcAft>
          </a:pPr>
          <a:r>
            <a:rPr lang="en-US" sz="1400" b="1" kern="1200"/>
            <a:t>4. Payroll Processing</a:t>
          </a:r>
          <a:endParaRPr lang="en-US" sz="1400" kern="1200"/>
        </a:p>
        <a:p>
          <a:pPr marL="57150" lvl="1" indent="-57150" algn="l" defTabSz="488950">
            <a:lnSpc>
              <a:spcPct val="90000"/>
            </a:lnSpc>
            <a:spcBef>
              <a:spcPct val="0"/>
            </a:spcBef>
            <a:spcAft>
              <a:spcPct val="15000"/>
            </a:spcAft>
            <a:buChar char="••"/>
          </a:pPr>
          <a:r>
            <a:rPr lang="en-US" sz="1100" kern="1200"/>
            <a:t>Executed payroll runs using configured pay periods</a:t>
          </a:r>
        </a:p>
        <a:p>
          <a:pPr marL="57150" lvl="1" indent="-57150" algn="l" defTabSz="488950">
            <a:lnSpc>
              <a:spcPct val="90000"/>
            </a:lnSpc>
            <a:spcBef>
              <a:spcPct val="0"/>
            </a:spcBef>
            <a:spcAft>
              <a:spcPct val="15000"/>
            </a:spcAft>
            <a:buChar char="••"/>
          </a:pPr>
          <a:r>
            <a:rPr lang="en-US" sz="1100" kern="1200"/>
            <a:t>Calculated gross-to-net salaries</a:t>
          </a:r>
        </a:p>
      </dsp:txBody>
      <dsp:txXfrm>
        <a:off x="1067883" y="2273867"/>
        <a:ext cx="2737581" cy="1642549"/>
      </dsp:txXfrm>
    </dsp:sp>
    <dsp:sp modelId="{AB3C6318-DBF3-4D71-B010-580236B09E11}">
      <dsp:nvSpPr>
        <dsp:cNvPr id="0" name=""/>
        <dsp:cNvSpPr/>
      </dsp:nvSpPr>
      <dsp:spPr>
        <a:xfrm>
          <a:off x="7170890" y="3049422"/>
          <a:ext cx="599043" cy="91440"/>
        </a:xfrm>
        <a:custGeom>
          <a:avLst/>
          <a:gdLst/>
          <a:ahLst/>
          <a:cxnLst/>
          <a:rect l="0" t="0" r="0" b="0"/>
          <a:pathLst>
            <a:path>
              <a:moveTo>
                <a:pt x="0" y="45720"/>
              </a:moveTo>
              <a:lnTo>
                <a:pt x="599043"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7454671" y="3091994"/>
        <a:ext cx="31482" cy="6296"/>
      </dsp:txXfrm>
    </dsp:sp>
    <dsp:sp modelId="{5E5F3CEC-DF0C-4BEA-8CD5-9A438BD49A57}">
      <dsp:nvSpPr>
        <dsp:cNvPr id="0" name=""/>
        <dsp:cNvSpPr/>
      </dsp:nvSpPr>
      <dsp:spPr>
        <a:xfrm>
          <a:off x="4435109" y="2273867"/>
          <a:ext cx="2737581" cy="16425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144" tIns="140808" rIns="134144" bIns="140808" numCol="1" spcCol="1270" anchor="t" anchorCtr="0">
          <a:noAutofit/>
        </a:bodyPr>
        <a:lstStyle/>
        <a:p>
          <a:pPr lvl="0" algn="l" defTabSz="622300">
            <a:lnSpc>
              <a:spcPct val="90000"/>
            </a:lnSpc>
            <a:spcBef>
              <a:spcPct val="0"/>
            </a:spcBef>
            <a:spcAft>
              <a:spcPct val="35000"/>
            </a:spcAft>
          </a:pPr>
          <a:r>
            <a:rPr lang="en-US" sz="1400" b="1" kern="1200"/>
            <a:t>5. Validation &amp; Testing</a:t>
          </a:r>
          <a:endParaRPr lang="en-US" sz="1400" kern="1200"/>
        </a:p>
        <a:p>
          <a:pPr marL="57150" lvl="1" indent="-57150" algn="l" defTabSz="488950">
            <a:lnSpc>
              <a:spcPct val="90000"/>
            </a:lnSpc>
            <a:spcBef>
              <a:spcPct val="0"/>
            </a:spcBef>
            <a:spcAft>
              <a:spcPct val="15000"/>
            </a:spcAft>
            <a:buChar char="••"/>
          </a:pPr>
          <a:r>
            <a:rPr lang="en-US" sz="1100" kern="1200"/>
            <a:t>Verified earnings, deductions, and overtime</a:t>
          </a:r>
        </a:p>
        <a:p>
          <a:pPr marL="57150" lvl="1" indent="-57150" algn="l" defTabSz="488950">
            <a:lnSpc>
              <a:spcPct val="90000"/>
            </a:lnSpc>
            <a:spcBef>
              <a:spcPct val="0"/>
            </a:spcBef>
            <a:spcAft>
              <a:spcPct val="15000"/>
            </a:spcAft>
            <a:buChar char="••"/>
          </a:pPr>
          <a:r>
            <a:rPr lang="en-US" sz="1100" kern="1200"/>
            <a:t>Checked accuracy for all 10 employees</a:t>
          </a:r>
        </a:p>
      </dsp:txBody>
      <dsp:txXfrm>
        <a:off x="4435109" y="2273867"/>
        <a:ext cx="2737581" cy="1642549"/>
      </dsp:txXfrm>
    </dsp:sp>
    <dsp:sp modelId="{742020FA-5B66-40C1-AB02-BB3109791C0B}">
      <dsp:nvSpPr>
        <dsp:cNvPr id="0" name=""/>
        <dsp:cNvSpPr/>
      </dsp:nvSpPr>
      <dsp:spPr>
        <a:xfrm>
          <a:off x="2436674" y="3914617"/>
          <a:ext cx="6734451" cy="599043"/>
        </a:xfrm>
        <a:custGeom>
          <a:avLst/>
          <a:gdLst/>
          <a:ahLst/>
          <a:cxnLst/>
          <a:rect l="0" t="0" r="0" b="0"/>
          <a:pathLst>
            <a:path>
              <a:moveTo>
                <a:pt x="6734451" y="0"/>
              </a:moveTo>
              <a:lnTo>
                <a:pt x="6734451" y="316621"/>
              </a:lnTo>
              <a:lnTo>
                <a:pt x="0" y="316621"/>
              </a:lnTo>
              <a:lnTo>
                <a:pt x="0" y="599043"/>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634804" y="4210990"/>
        <a:ext cx="338191" cy="6296"/>
      </dsp:txXfrm>
    </dsp:sp>
    <dsp:sp modelId="{77280464-30A0-4DF5-98D5-310AF0705FBA}">
      <dsp:nvSpPr>
        <dsp:cNvPr id="0" name=""/>
        <dsp:cNvSpPr/>
      </dsp:nvSpPr>
      <dsp:spPr>
        <a:xfrm>
          <a:off x="7802334" y="2273867"/>
          <a:ext cx="2737581" cy="16425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144" tIns="140808" rIns="134144" bIns="140808" numCol="1" spcCol="1270" anchor="t" anchorCtr="0">
          <a:noAutofit/>
        </a:bodyPr>
        <a:lstStyle/>
        <a:p>
          <a:pPr lvl="0" algn="l" defTabSz="622300">
            <a:lnSpc>
              <a:spcPct val="90000"/>
            </a:lnSpc>
            <a:spcBef>
              <a:spcPct val="0"/>
            </a:spcBef>
            <a:spcAft>
              <a:spcPct val="35000"/>
            </a:spcAft>
          </a:pPr>
          <a:r>
            <a:rPr lang="en-US" sz="1400" b="1" kern="1200"/>
            <a:t>6. Pay Statement Generation</a:t>
          </a:r>
          <a:endParaRPr lang="en-US" sz="1400" kern="1200"/>
        </a:p>
        <a:p>
          <a:pPr marL="57150" lvl="1" indent="-57150" algn="l" defTabSz="488950">
            <a:lnSpc>
              <a:spcPct val="90000"/>
            </a:lnSpc>
            <a:spcBef>
              <a:spcPct val="0"/>
            </a:spcBef>
            <a:spcAft>
              <a:spcPct val="15000"/>
            </a:spcAft>
            <a:buChar char="••"/>
          </a:pPr>
          <a:r>
            <a:rPr lang="en-US" sz="1100" kern="1200"/>
            <a:t>Generated individual pay slips</a:t>
          </a:r>
        </a:p>
        <a:p>
          <a:pPr marL="57150" lvl="1" indent="-57150" algn="l" defTabSz="488950">
            <a:lnSpc>
              <a:spcPct val="90000"/>
            </a:lnSpc>
            <a:spcBef>
              <a:spcPct val="0"/>
            </a:spcBef>
            <a:spcAft>
              <a:spcPct val="15000"/>
            </a:spcAft>
            <a:buChar char="••"/>
          </a:pPr>
          <a:r>
            <a:rPr lang="en-US" sz="1100" kern="1200"/>
            <a:t>Ensured correct earnings, deductions, and net pay</a:t>
          </a:r>
        </a:p>
      </dsp:txBody>
      <dsp:txXfrm>
        <a:off x="7802334" y="2273867"/>
        <a:ext cx="2737581" cy="1642549"/>
      </dsp:txXfrm>
    </dsp:sp>
    <dsp:sp modelId="{2F533C01-8F39-4F15-9EB4-1FF19DF4DCAF}">
      <dsp:nvSpPr>
        <dsp:cNvPr id="0" name=""/>
        <dsp:cNvSpPr/>
      </dsp:nvSpPr>
      <dsp:spPr>
        <a:xfrm>
          <a:off x="1067883" y="4546060"/>
          <a:ext cx="2737581" cy="1642549"/>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4144" tIns="140808" rIns="134144" bIns="140808" numCol="1" spcCol="1270" anchor="t" anchorCtr="0">
          <a:noAutofit/>
        </a:bodyPr>
        <a:lstStyle/>
        <a:p>
          <a:pPr lvl="0" algn="l" defTabSz="622300">
            <a:lnSpc>
              <a:spcPct val="90000"/>
            </a:lnSpc>
            <a:spcBef>
              <a:spcPct val="0"/>
            </a:spcBef>
            <a:spcAft>
              <a:spcPct val="35000"/>
            </a:spcAft>
          </a:pPr>
          <a:r>
            <a:rPr lang="en-US" sz="1400" b="1" kern="1200"/>
            <a:t>7. Review &amp; Documentation</a:t>
          </a:r>
          <a:endParaRPr lang="en-US" sz="1400" kern="1200"/>
        </a:p>
        <a:p>
          <a:pPr marL="57150" lvl="1" indent="-57150" algn="l" defTabSz="488950">
            <a:lnSpc>
              <a:spcPct val="90000"/>
            </a:lnSpc>
            <a:spcBef>
              <a:spcPct val="0"/>
            </a:spcBef>
            <a:spcAft>
              <a:spcPct val="15000"/>
            </a:spcAft>
            <a:buChar char="••"/>
          </a:pPr>
          <a:r>
            <a:rPr lang="en-US" sz="1100" kern="1200"/>
            <a:t>Summarized payroll results</a:t>
          </a:r>
        </a:p>
        <a:p>
          <a:pPr marL="57150" lvl="1" indent="-57150" algn="l" defTabSz="488950">
            <a:lnSpc>
              <a:spcPct val="90000"/>
            </a:lnSpc>
            <a:spcBef>
              <a:spcPct val="0"/>
            </a:spcBef>
            <a:spcAft>
              <a:spcPct val="15000"/>
            </a:spcAft>
            <a:buChar char="••"/>
          </a:pPr>
          <a:r>
            <a:rPr lang="en-US" sz="1100" kern="1200"/>
            <a:t>Prepared final documentation and presentation</a:t>
          </a:r>
        </a:p>
      </dsp:txBody>
      <dsp:txXfrm>
        <a:off x="1067883" y="4546060"/>
        <a:ext cx="2737581" cy="16425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270EA6-2951-4A87-81E7-3EDC55A1A6E1}">
      <dsp:nvSpPr>
        <dsp:cNvPr id="0" name=""/>
        <dsp:cNvSpPr/>
      </dsp:nvSpPr>
      <dsp:spPr>
        <a:xfrm>
          <a:off x="5978" y="69525"/>
          <a:ext cx="5905921" cy="1998000"/>
        </a:xfrm>
        <a:prstGeom prst="chevron">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148019" tIns="49340" rIns="49340" bIns="49340" numCol="1" spcCol="1270" anchor="ctr" anchorCtr="0">
          <a:noAutofit/>
        </a:bodyPr>
        <a:lstStyle/>
        <a:p>
          <a:pPr lvl="0" algn="ctr" defTabSz="1644650">
            <a:lnSpc>
              <a:spcPct val="90000"/>
            </a:lnSpc>
            <a:spcBef>
              <a:spcPct val="0"/>
            </a:spcBef>
            <a:spcAft>
              <a:spcPct val="35000"/>
            </a:spcAft>
          </a:pPr>
          <a:r>
            <a:rPr lang="en-US" sz="3700" kern="1200"/>
            <a:t>Configuration Steps:</a:t>
          </a:r>
        </a:p>
      </dsp:txBody>
      <dsp:txXfrm>
        <a:off x="1004978" y="69525"/>
        <a:ext cx="3907921" cy="1998000"/>
      </dsp:txXfrm>
    </dsp:sp>
    <dsp:sp modelId="{4A13C5BA-E100-49D3-B246-C3912CAFADF7}">
      <dsp:nvSpPr>
        <dsp:cNvPr id="0" name=""/>
        <dsp:cNvSpPr/>
      </dsp:nvSpPr>
      <dsp:spPr>
        <a:xfrm>
          <a:off x="5978" y="2317275"/>
          <a:ext cx="4724737" cy="3803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644650">
            <a:lnSpc>
              <a:spcPct val="90000"/>
            </a:lnSpc>
            <a:spcBef>
              <a:spcPct val="0"/>
            </a:spcBef>
            <a:spcAft>
              <a:spcPct val="15000"/>
            </a:spcAft>
            <a:buChar char="••"/>
          </a:pPr>
          <a:r>
            <a:rPr lang="en-US" sz="3700" kern="1200"/>
            <a:t>Created departments &amp; employees</a:t>
          </a:r>
        </a:p>
        <a:p>
          <a:pPr marL="285750" lvl="1" indent="-285750" algn="l" defTabSz="1644650">
            <a:lnSpc>
              <a:spcPct val="90000"/>
            </a:lnSpc>
            <a:spcBef>
              <a:spcPct val="0"/>
            </a:spcBef>
            <a:spcAft>
              <a:spcPct val="15000"/>
            </a:spcAft>
            <a:buChar char="••"/>
          </a:pPr>
          <a:r>
            <a:rPr lang="en-US" sz="3700" kern="1200"/>
            <a:t>Configured pay items, pay periods, and payroll rules</a:t>
          </a:r>
        </a:p>
        <a:p>
          <a:pPr marL="285750" lvl="1" indent="-285750" algn="l" defTabSz="1644650">
            <a:lnSpc>
              <a:spcPct val="90000"/>
            </a:lnSpc>
            <a:spcBef>
              <a:spcPct val="0"/>
            </a:spcBef>
            <a:spcAft>
              <a:spcPct val="15000"/>
            </a:spcAft>
            <a:buChar char="••"/>
          </a:pPr>
          <a:r>
            <a:rPr lang="en-US" sz="3700" kern="1200"/>
            <a:t>Set up time &amp; attendance</a:t>
          </a:r>
        </a:p>
      </dsp:txBody>
      <dsp:txXfrm>
        <a:off x="5978" y="2317275"/>
        <a:ext cx="4724737" cy="3803484"/>
      </dsp:txXfrm>
    </dsp:sp>
    <dsp:sp modelId="{F48468E9-EB59-4DDF-8336-E1B53816AF58}">
      <dsp:nvSpPr>
        <dsp:cNvPr id="0" name=""/>
        <dsp:cNvSpPr/>
      </dsp:nvSpPr>
      <dsp:spPr>
        <a:xfrm>
          <a:off x="5695900" y="69525"/>
          <a:ext cx="5905921" cy="1998000"/>
        </a:xfrm>
        <a:prstGeom prst="chevron">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3">
          <a:scrgbClr r="0" g="0" b="0"/>
        </a:effectRef>
        <a:fontRef idx="minor">
          <a:schemeClr val="lt1"/>
        </a:fontRef>
      </dsp:style>
      <dsp:txBody>
        <a:bodyPr spcFirstLastPara="0" vert="horz" wrap="square" lIns="148019" tIns="49340" rIns="49340" bIns="49340" numCol="1" spcCol="1270" anchor="ctr" anchorCtr="0">
          <a:noAutofit/>
        </a:bodyPr>
        <a:lstStyle/>
        <a:p>
          <a:pPr lvl="0" algn="ctr" defTabSz="1644650">
            <a:lnSpc>
              <a:spcPct val="90000"/>
            </a:lnSpc>
            <a:spcBef>
              <a:spcPct val="0"/>
            </a:spcBef>
            <a:spcAft>
              <a:spcPct val="35000"/>
            </a:spcAft>
          </a:pPr>
          <a:r>
            <a:rPr lang="en-US" sz="3700" kern="1200"/>
            <a:t>Implementation Steps:</a:t>
          </a:r>
        </a:p>
      </dsp:txBody>
      <dsp:txXfrm>
        <a:off x="6694900" y="69525"/>
        <a:ext cx="3907921" cy="1998000"/>
      </dsp:txXfrm>
    </dsp:sp>
    <dsp:sp modelId="{7FDE953F-45A8-4F62-82F9-4A7A05E0E456}">
      <dsp:nvSpPr>
        <dsp:cNvPr id="0" name=""/>
        <dsp:cNvSpPr/>
      </dsp:nvSpPr>
      <dsp:spPr>
        <a:xfrm>
          <a:off x="5695900" y="2317275"/>
          <a:ext cx="4724737" cy="3803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85750" lvl="1" indent="-285750" algn="l" defTabSz="1644650">
            <a:lnSpc>
              <a:spcPct val="90000"/>
            </a:lnSpc>
            <a:spcBef>
              <a:spcPct val="0"/>
            </a:spcBef>
            <a:spcAft>
              <a:spcPct val="15000"/>
            </a:spcAft>
            <a:buChar char="••"/>
          </a:pPr>
          <a:r>
            <a:rPr lang="en-US" sz="3700" kern="1200"/>
            <a:t>Assigned payroll structures</a:t>
          </a:r>
        </a:p>
        <a:p>
          <a:pPr marL="285750" lvl="1" indent="-285750" algn="l" defTabSz="1644650">
            <a:lnSpc>
              <a:spcPct val="90000"/>
            </a:lnSpc>
            <a:spcBef>
              <a:spcPct val="0"/>
            </a:spcBef>
            <a:spcAft>
              <a:spcPct val="15000"/>
            </a:spcAft>
            <a:buChar char="••"/>
          </a:pPr>
          <a:r>
            <a:rPr lang="en-US" sz="3700" kern="1200"/>
            <a:t>Entered attendance data</a:t>
          </a:r>
        </a:p>
        <a:p>
          <a:pPr marL="285750" lvl="1" indent="-285750" algn="l" defTabSz="1644650">
            <a:lnSpc>
              <a:spcPct val="90000"/>
            </a:lnSpc>
            <a:spcBef>
              <a:spcPct val="0"/>
            </a:spcBef>
            <a:spcAft>
              <a:spcPct val="15000"/>
            </a:spcAft>
            <a:buChar char="••"/>
          </a:pPr>
          <a:r>
            <a:rPr lang="en-US" sz="3700" kern="1200"/>
            <a:t>Processed payroll</a:t>
          </a:r>
        </a:p>
        <a:p>
          <a:pPr marL="285750" lvl="1" indent="-285750" algn="l" defTabSz="1644650">
            <a:lnSpc>
              <a:spcPct val="90000"/>
            </a:lnSpc>
            <a:spcBef>
              <a:spcPct val="0"/>
            </a:spcBef>
            <a:spcAft>
              <a:spcPct val="15000"/>
            </a:spcAft>
            <a:buChar char="••"/>
          </a:pPr>
          <a:r>
            <a:rPr lang="en-US" sz="3700" kern="1200"/>
            <a:t>Validated results</a:t>
          </a:r>
        </a:p>
        <a:p>
          <a:pPr marL="285750" lvl="1" indent="-285750" algn="l" defTabSz="1644650">
            <a:lnSpc>
              <a:spcPct val="90000"/>
            </a:lnSpc>
            <a:spcBef>
              <a:spcPct val="0"/>
            </a:spcBef>
            <a:spcAft>
              <a:spcPct val="15000"/>
            </a:spcAft>
            <a:buChar char="••"/>
          </a:pPr>
          <a:r>
            <a:rPr lang="en-US" sz="3700" kern="1200"/>
            <a:t>Generated pay slips</a:t>
          </a:r>
        </a:p>
      </dsp:txBody>
      <dsp:txXfrm>
        <a:off x="5695900" y="2317275"/>
        <a:ext cx="4724737" cy="38034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358B6-84DA-4042-BCC1-59A7A3750BCA}">
      <dsp:nvSpPr>
        <dsp:cNvPr id="0" name=""/>
        <dsp:cNvSpPr/>
      </dsp:nvSpPr>
      <dsp:spPr>
        <a:xfrm>
          <a:off x="874694" y="59"/>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baseline="0" dirty="0"/>
            <a:t>1. Successful Payroll Setup</a:t>
          </a:r>
          <a:endParaRPr lang="en-US" sz="1000" kern="1200" dirty="0"/>
        </a:p>
      </dsp:txBody>
      <dsp:txXfrm>
        <a:off x="874694" y="59"/>
        <a:ext cx="2292653" cy="1375592"/>
      </dsp:txXfrm>
    </dsp:sp>
    <dsp:sp modelId="{2AC83607-A243-4D14-8BB9-1E81CC18DC80}">
      <dsp:nvSpPr>
        <dsp:cNvPr id="0" name=""/>
        <dsp:cNvSpPr/>
      </dsp:nvSpPr>
      <dsp:spPr>
        <a:xfrm>
          <a:off x="3396613" y="59"/>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0" i="0" kern="1200" baseline="0" dirty="0"/>
            <a:t>A fully functional payroll system was configured for </a:t>
          </a:r>
          <a:r>
            <a:rPr lang="en-US" sz="1000" b="1" i="0" kern="1200" baseline="0" dirty="0"/>
            <a:t>2 departments and 10 employees</a:t>
          </a:r>
          <a:r>
            <a:rPr lang="en-US" sz="1000" b="0" i="0" kern="1200" baseline="0" dirty="0"/>
            <a:t>, including all earning and deduction components.</a:t>
          </a:r>
          <a:endParaRPr lang="en-US" sz="1000" kern="1200" dirty="0"/>
        </a:p>
      </dsp:txBody>
      <dsp:txXfrm>
        <a:off x="3396613" y="59"/>
        <a:ext cx="2292653" cy="1375592"/>
      </dsp:txXfrm>
    </dsp:sp>
    <dsp:sp modelId="{C0E6A042-A49C-4ABD-810A-F37703033AE2}">
      <dsp:nvSpPr>
        <dsp:cNvPr id="0" name=""/>
        <dsp:cNvSpPr/>
      </dsp:nvSpPr>
      <dsp:spPr>
        <a:xfrm>
          <a:off x="5918532" y="59"/>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baseline="0"/>
            <a:t>2. Accurate Payroll Calculations</a:t>
          </a:r>
          <a:endParaRPr lang="en-US" sz="1000" kern="1200"/>
        </a:p>
      </dsp:txBody>
      <dsp:txXfrm>
        <a:off x="5918532" y="59"/>
        <a:ext cx="2292653" cy="1375592"/>
      </dsp:txXfrm>
    </dsp:sp>
    <dsp:sp modelId="{015C52A7-F602-41AD-9C8F-CD654B4E51BD}">
      <dsp:nvSpPr>
        <dsp:cNvPr id="0" name=""/>
        <dsp:cNvSpPr/>
      </dsp:nvSpPr>
      <dsp:spPr>
        <a:xfrm>
          <a:off x="8440451" y="59"/>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t" anchorCtr="0">
          <a:noAutofit/>
        </a:bodyPr>
        <a:lstStyle/>
        <a:p>
          <a:pPr lvl="0" algn="l" defTabSz="444500">
            <a:lnSpc>
              <a:spcPct val="90000"/>
            </a:lnSpc>
            <a:spcBef>
              <a:spcPct val="0"/>
            </a:spcBef>
            <a:spcAft>
              <a:spcPct val="35000"/>
            </a:spcAft>
          </a:pPr>
          <a:r>
            <a:rPr lang="en-US" sz="1000" b="0" i="0" kern="1200" baseline="0"/>
            <a:t>The system successfully calculated:</a:t>
          </a:r>
          <a:endParaRPr lang="en-US" sz="1000" kern="1200"/>
        </a:p>
        <a:p>
          <a:pPr marL="57150" lvl="1" indent="-57150" algn="l" defTabSz="355600">
            <a:lnSpc>
              <a:spcPct val="90000"/>
            </a:lnSpc>
            <a:spcBef>
              <a:spcPct val="0"/>
            </a:spcBef>
            <a:spcAft>
              <a:spcPct val="15000"/>
            </a:spcAft>
            <a:buChar char="••"/>
          </a:pPr>
          <a:r>
            <a:rPr lang="en-US" sz="800" b="0" i="0" kern="1200" baseline="0"/>
            <a:t>Basic salary</a:t>
          </a:r>
          <a:endParaRPr lang="en-US" sz="800" kern="1200"/>
        </a:p>
        <a:p>
          <a:pPr marL="57150" lvl="1" indent="-57150" algn="l" defTabSz="355600">
            <a:lnSpc>
              <a:spcPct val="90000"/>
            </a:lnSpc>
            <a:spcBef>
              <a:spcPct val="0"/>
            </a:spcBef>
            <a:spcAft>
              <a:spcPct val="15000"/>
            </a:spcAft>
            <a:buChar char="••"/>
          </a:pPr>
          <a:r>
            <a:rPr lang="en-US" sz="800" b="0" i="0" kern="1200" baseline="0"/>
            <a:t>Allowances</a:t>
          </a:r>
          <a:endParaRPr lang="en-US" sz="800" kern="1200"/>
        </a:p>
        <a:p>
          <a:pPr marL="57150" lvl="1" indent="-57150" algn="l" defTabSz="355600">
            <a:lnSpc>
              <a:spcPct val="90000"/>
            </a:lnSpc>
            <a:spcBef>
              <a:spcPct val="0"/>
            </a:spcBef>
            <a:spcAft>
              <a:spcPct val="15000"/>
            </a:spcAft>
            <a:buChar char="••"/>
          </a:pPr>
          <a:r>
            <a:rPr lang="en-US" sz="800" b="0" i="0" kern="1200" baseline="0"/>
            <a:t>Bonuses</a:t>
          </a:r>
          <a:endParaRPr lang="en-US" sz="800" kern="1200"/>
        </a:p>
        <a:p>
          <a:pPr marL="57150" lvl="1" indent="-57150" algn="l" defTabSz="355600">
            <a:lnSpc>
              <a:spcPct val="90000"/>
            </a:lnSpc>
            <a:spcBef>
              <a:spcPct val="0"/>
            </a:spcBef>
            <a:spcAft>
              <a:spcPct val="15000"/>
            </a:spcAft>
            <a:buChar char="••"/>
          </a:pPr>
          <a:r>
            <a:rPr lang="en-US" sz="800" b="0" i="0" kern="1200" baseline="0"/>
            <a:t>Incentives</a:t>
          </a:r>
          <a:endParaRPr lang="en-US" sz="800" kern="1200"/>
        </a:p>
        <a:p>
          <a:pPr marL="57150" lvl="1" indent="-57150" algn="l" defTabSz="355600">
            <a:lnSpc>
              <a:spcPct val="90000"/>
            </a:lnSpc>
            <a:spcBef>
              <a:spcPct val="0"/>
            </a:spcBef>
            <a:spcAft>
              <a:spcPct val="15000"/>
            </a:spcAft>
            <a:buChar char="••"/>
          </a:pPr>
          <a:r>
            <a:rPr lang="en-US" sz="800" b="0" i="0" kern="1200" baseline="0"/>
            <a:t>Overtime</a:t>
          </a:r>
          <a:endParaRPr lang="en-US" sz="800" kern="1200"/>
        </a:p>
        <a:p>
          <a:pPr marL="57150" lvl="1" indent="-57150" algn="l" defTabSz="355600">
            <a:lnSpc>
              <a:spcPct val="90000"/>
            </a:lnSpc>
            <a:spcBef>
              <a:spcPct val="0"/>
            </a:spcBef>
            <a:spcAft>
              <a:spcPct val="15000"/>
            </a:spcAft>
            <a:buChar char="••"/>
          </a:pPr>
          <a:r>
            <a:rPr lang="en-US" sz="800" b="0" i="0" kern="1200" baseline="0"/>
            <a:t>Tax deductions</a:t>
          </a:r>
          <a:endParaRPr lang="en-US" sz="800" kern="1200"/>
        </a:p>
        <a:p>
          <a:pPr marL="57150" lvl="1" indent="-57150" algn="l" defTabSz="355600">
            <a:lnSpc>
              <a:spcPct val="90000"/>
            </a:lnSpc>
            <a:spcBef>
              <a:spcPct val="0"/>
            </a:spcBef>
            <a:spcAft>
              <a:spcPct val="15000"/>
            </a:spcAft>
            <a:buChar char="••"/>
          </a:pPr>
          <a:r>
            <a:rPr lang="en-US" sz="800" b="0" i="0" kern="1200" baseline="0"/>
            <a:t>Insurance deductions</a:t>
          </a:r>
          <a:br>
            <a:rPr lang="en-US" sz="800" b="0" i="0" kern="1200" baseline="0"/>
          </a:br>
          <a:r>
            <a:rPr lang="en-US" sz="800" b="0" i="0" kern="1200" baseline="0"/>
            <a:t>Resulting in correct </a:t>
          </a:r>
          <a:r>
            <a:rPr lang="en-US" sz="800" b="1" i="0" kern="1200" baseline="0"/>
            <a:t>gross pay and net pay</a:t>
          </a:r>
          <a:r>
            <a:rPr lang="en-US" sz="800" b="0" i="0" kern="1200" baseline="0"/>
            <a:t> for each employee.</a:t>
          </a:r>
          <a:endParaRPr lang="en-US" sz="800" kern="1200"/>
        </a:p>
      </dsp:txBody>
      <dsp:txXfrm>
        <a:off x="8440451" y="59"/>
        <a:ext cx="2292653" cy="1375592"/>
      </dsp:txXfrm>
    </dsp:sp>
    <dsp:sp modelId="{0E0253AE-F28E-4C5B-AB27-B3D609752E33}">
      <dsp:nvSpPr>
        <dsp:cNvPr id="0" name=""/>
        <dsp:cNvSpPr/>
      </dsp:nvSpPr>
      <dsp:spPr>
        <a:xfrm>
          <a:off x="874694" y="1604917"/>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baseline="0"/>
            <a:t>3. Integrated Time &amp; Attendance</a:t>
          </a:r>
          <a:endParaRPr lang="en-US" sz="1000" kern="1200"/>
        </a:p>
      </dsp:txBody>
      <dsp:txXfrm>
        <a:off x="874694" y="1604917"/>
        <a:ext cx="2292653" cy="1375592"/>
      </dsp:txXfrm>
    </dsp:sp>
    <dsp:sp modelId="{4E3ACF3B-CF12-4488-98D7-94F5AC2DF349}">
      <dsp:nvSpPr>
        <dsp:cNvPr id="0" name=""/>
        <dsp:cNvSpPr/>
      </dsp:nvSpPr>
      <dsp:spPr>
        <a:xfrm>
          <a:off x="3396613" y="1604917"/>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0" i="0" kern="1200" baseline="0" dirty="0"/>
            <a:t>Time and attendance data was correctly linked to employees, enabling accurate overtime and work-hour based calculations.</a:t>
          </a:r>
          <a:endParaRPr lang="en-US" sz="1000" kern="1200" dirty="0"/>
        </a:p>
      </dsp:txBody>
      <dsp:txXfrm>
        <a:off x="3396613" y="1604917"/>
        <a:ext cx="2292653" cy="1375592"/>
      </dsp:txXfrm>
    </dsp:sp>
    <dsp:sp modelId="{E960B673-844F-4689-AE8F-F1A8011A7025}">
      <dsp:nvSpPr>
        <dsp:cNvPr id="0" name=""/>
        <dsp:cNvSpPr/>
      </dsp:nvSpPr>
      <dsp:spPr>
        <a:xfrm>
          <a:off x="5918532" y="1604917"/>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baseline="0"/>
            <a:t>4. Complete Payroll Run Executed</a:t>
          </a:r>
          <a:endParaRPr lang="en-US" sz="1000" kern="1200"/>
        </a:p>
      </dsp:txBody>
      <dsp:txXfrm>
        <a:off x="5918532" y="1604917"/>
        <a:ext cx="2292653" cy="1375592"/>
      </dsp:txXfrm>
    </dsp:sp>
    <dsp:sp modelId="{09D1BB8F-AC3B-43AA-9B2A-A688B7658F79}">
      <dsp:nvSpPr>
        <dsp:cNvPr id="0" name=""/>
        <dsp:cNvSpPr/>
      </dsp:nvSpPr>
      <dsp:spPr>
        <a:xfrm>
          <a:off x="8440451" y="1604917"/>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t" anchorCtr="0">
          <a:noAutofit/>
        </a:bodyPr>
        <a:lstStyle/>
        <a:p>
          <a:pPr lvl="0" algn="l" defTabSz="444500">
            <a:lnSpc>
              <a:spcPct val="90000"/>
            </a:lnSpc>
            <a:spcBef>
              <a:spcPct val="0"/>
            </a:spcBef>
            <a:spcAft>
              <a:spcPct val="35000"/>
            </a:spcAft>
          </a:pPr>
          <a:r>
            <a:rPr lang="en-US" sz="1000" b="0" i="0" kern="1200" baseline="0"/>
            <a:t>A full payroll cycle was completed, covering:</a:t>
          </a:r>
          <a:endParaRPr lang="en-US" sz="1000" kern="1200"/>
        </a:p>
        <a:p>
          <a:pPr marL="57150" lvl="1" indent="-57150" algn="l" defTabSz="355600">
            <a:lnSpc>
              <a:spcPct val="90000"/>
            </a:lnSpc>
            <a:spcBef>
              <a:spcPct val="0"/>
            </a:spcBef>
            <a:spcAft>
              <a:spcPct val="15000"/>
            </a:spcAft>
            <a:buChar char="••"/>
          </a:pPr>
          <a:r>
            <a:rPr lang="en-US" sz="800" b="0" i="0" kern="1200" baseline="0"/>
            <a:t>Data entry</a:t>
          </a:r>
          <a:endParaRPr lang="en-US" sz="800" kern="1200"/>
        </a:p>
        <a:p>
          <a:pPr marL="57150" lvl="1" indent="-57150" algn="l" defTabSz="355600">
            <a:lnSpc>
              <a:spcPct val="90000"/>
            </a:lnSpc>
            <a:spcBef>
              <a:spcPct val="0"/>
            </a:spcBef>
            <a:spcAft>
              <a:spcPct val="15000"/>
            </a:spcAft>
            <a:buChar char="••"/>
          </a:pPr>
          <a:r>
            <a:rPr lang="en-US" sz="800" b="0" i="0" kern="1200" baseline="0"/>
            <a:t>Pay period selection</a:t>
          </a:r>
          <a:endParaRPr lang="en-US" sz="800" kern="1200"/>
        </a:p>
        <a:p>
          <a:pPr marL="57150" lvl="1" indent="-57150" algn="l" defTabSz="355600">
            <a:lnSpc>
              <a:spcPct val="90000"/>
            </a:lnSpc>
            <a:spcBef>
              <a:spcPct val="0"/>
            </a:spcBef>
            <a:spcAft>
              <a:spcPct val="15000"/>
            </a:spcAft>
            <a:buChar char="••"/>
          </a:pPr>
          <a:r>
            <a:rPr lang="en-US" sz="800" b="0" i="0" kern="1200" baseline="0"/>
            <a:t>Calculation</a:t>
          </a:r>
          <a:endParaRPr lang="en-US" sz="800" kern="1200"/>
        </a:p>
        <a:p>
          <a:pPr marL="57150" lvl="1" indent="-57150" algn="l" defTabSz="355600">
            <a:lnSpc>
              <a:spcPct val="90000"/>
            </a:lnSpc>
            <a:spcBef>
              <a:spcPct val="0"/>
            </a:spcBef>
            <a:spcAft>
              <a:spcPct val="15000"/>
            </a:spcAft>
            <a:buChar char="••"/>
          </a:pPr>
          <a:r>
            <a:rPr lang="en-US" sz="800" b="0" i="0" kern="1200" baseline="0"/>
            <a:t>Verification</a:t>
          </a:r>
          <a:endParaRPr lang="en-US" sz="800" kern="1200"/>
        </a:p>
        <a:p>
          <a:pPr marL="57150" lvl="1" indent="-57150" algn="l" defTabSz="355600">
            <a:lnSpc>
              <a:spcPct val="90000"/>
            </a:lnSpc>
            <a:spcBef>
              <a:spcPct val="0"/>
            </a:spcBef>
            <a:spcAft>
              <a:spcPct val="15000"/>
            </a:spcAft>
            <a:buChar char="••"/>
          </a:pPr>
          <a:r>
            <a:rPr lang="en-US" sz="800" b="0" i="0" kern="1200" baseline="0"/>
            <a:t>Finalization</a:t>
          </a:r>
          <a:endParaRPr lang="en-US" sz="800" kern="1200"/>
        </a:p>
      </dsp:txBody>
      <dsp:txXfrm>
        <a:off x="8440451" y="1604917"/>
        <a:ext cx="2292653" cy="1375592"/>
      </dsp:txXfrm>
    </dsp:sp>
    <dsp:sp modelId="{57D6D4B5-1FDA-4CFF-AF3B-4D2D33D2DB88}">
      <dsp:nvSpPr>
        <dsp:cNvPr id="0" name=""/>
        <dsp:cNvSpPr/>
      </dsp:nvSpPr>
      <dsp:spPr>
        <a:xfrm>
          <a:off x="874694" y="3209775"/>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baseline="0"/>
            <a:t>5. Pay Statements Generated</a:t>
          </a:r>
          <a:endParaRPr lang="en-US" sz="1000" kern="1200"/>
        </a:p>
      </dsp:txBody>
      <dsp:txXfrm>
        <a:off x="874694" y="3209775"/>
        <a:ext cx="2292653" cy="1375592"/>
      </dsp:txXfrm>
    </dsp:sp>
    <dsp:sp modelId="{5AB5ED56-C9CA-4E02-90F6-55AE4C9A16C1}">
      <dsp:nvSpPr>
        <dsp:cNvPr id="0" name=""/>
        <dsp:cNvSpPr/>
      </dsp:nvSpPr>
      <dsp:spPr>
        <a:xfrm>
          <a:off x="3396613" y="3209775"/>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t" anchorCtr="0">
          <a:noAutofit/>
        </a:bodyPr>
        <a:lstStyle/>
        <a:p>
          <a:pPr lvl="0" algn="l" defTabSz="444500">
            <a:lnSpc>
              <a:spcPct val="90000"/>
            </a:lnSpc>
            <a:spcBef>
              <a:spcPct val="0"/>
            </a:spcBef>
            <a:spcAft>
              <a:spcPct val="35000"/>
            </a:spcAft>
          </a:pPr>
          <a:r>
            <a:rPr lang="en-US" sz="1000" b="0" i="0" kern="1200" baseline="0"/>
            <a:t>Individual </a:t>
          </a:r>
          <a:r>
            <a:rPr lang="en-US" sz="1000" b="1" i="0" kern="1200" baseline="0"/>
            <a:t>pay slips</a:t>
          </a:r>
          <a:r>
            <a:rPr lang="en-US" sz="1000" b="0" i="0" kern="1200" baseline="0"/>
            <a:t> were produced for all 10 employees, showing:</a:t>
          </a:r>
          <a:endParaRPr lang="en-US" sz="1000" kern="1200"/>
        </a:p>
        <a:p>
          <a:pPr marL="57150" lvl="1" indent="-57150" algn="l" defTabSz="355600">
            <a:lnSpc>
              <a:spcPct val="90000"/>
            </a:lnSpc>
            <a:spcBef>
              <a:spcPct val="0"/>
            </a:spcBef>
            <a:spcAft>
              <a:spcPct val="15000"/>
            </a:spcAft>
            <a:buChar char="••"/>
          </a:pPr>
          <a:r>
            <a:rPr lang="en-US" sz="800" b="0" i="0" kern="1200" baseline="0"/>
            <a:t>Earnings</a:t>
          </a:r>
          <a:endParaRPr lang="en-US" sz="800" kern="1200"/>
        </a:p>
        <a:p>
          <a:pPr marL="57150" lvl="1" indent="-57150" algn="l" defTabSz="355600">
            <a:lnSpc>
              <a:spcPct val="90000"/>
            </a:lnSpc>
            <a:spcBef>
              <a:spcPct val="0"/>
            </a:spcBef>
            <a:spcAft>
              <a:spcPct val="15000"/>
            </a:spcAft>
            <a:buChar char="••"/>
          </a:pPr>
          <a:r>
            <a:rPr lang="en-US" sz="800" b="0" i="0" kern="1200" baseline="0"/>
            <a:t>Deductions</a:t>
          </a:r>
          <a:endParaRPr lang="en-US" sz="800" kern="1200"/>
        </a:p>
        <a:p>
          <a:pPr marL="57150" lvl="1" indent="-57150" algn="l" defTabSz="355600">
            <a:lnSpc>
              <a:spcPct val="90000"/>
            </a:lnSpc>
            <a:spcBef>
              <a:spcPct val="0"/>
            </a:spcBef>
            <a:spcAft>
              <a:spcPct val="15000"/>
            </a:spcAft>
            <a:buChar char="••"/>
          </a:pPr>
          <a:r>
            <a:rPr lang="en-US" sz="800" b="0" i="0" kern="1200" baseline="0"/>
            <a:t>Net salary</a:t>
          </a:r>
          <a:endParaRPr lang="en-US" sz="800" kern="1200"/>
        </a:p>
        <a:p>
          <a:pPr marL="57150" lvl="1" indent="-57150" algn="l" defTabSz="355600">
            <a:lnSpc>
              <a:spcPct val="90000"/>
            </a:lnSpc>
            <a:spcBef>
              <a:spcPct val="0"/>
            </a:spcBef>
            <a:spcAft>
              <a:spcPct val="15000"/>
            </a:spcAft>
            <a:buChar char="••"/>
          </a:pPr>
          <a:r>
            <a:rPr lang="en-US" sz="800" b="0" i="0" kern="1200" baseline="0"/>
            <a:t>Attendance-based adjustments</a:t>
          </a:r>
          <a:endParaRPr lang="en-US" sz="800" kern="1200"/>
        </a:p>
      </dsp:txBody>
      <dsp:txXfrm>
        <a:off x="3396613" y="3209775"/>
        <a:ext cx="2292653" cy="1375592"/>
      </dsp:txXfrm>
    </dsp:sp>
    <dsp:sp modelId="{05DDF74C-01CC-4BB3-90B6-DDC68C549852}">
      <dsp:nvSpPr>
        <dsp:cNvPr id="0" name=""/>
        <dsp:cNvSpPr/>
      </dsp:nvSpPr>
      <dsp:spPr>
        <a:xfrm>
          <a:off x="5918532" y="3209775"/>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baseline="0"/>
            <a:t>6. Validation of System Configuration</a:t>
          </a:r>
          <a:endParaRPr lang="en-US" sz="1000" kern="1200"/>
        </a:p>
      </dsp:txBody>
      <dsp:txXfrm>
        <a:off x="5918532" y="3209775"/>
        <a:ext cx="2292653" cy="1375592"/>
      </dsp:txXfrm>
    </dsp:sp>
    <dsp:sp modelId="{71916105-464A-4220-87FB-4119EE84FA3D}">
      <dsp:nvSpPr>
        <dsp:cNvPr id="0" name=""/>
        <dsp:cNvSpPr/>
      </dsp:nvSpPr>
      <dsp:spPr>
        <a:xfrm>
          <a:off x="8440451" y="3209775"/>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0" i="0" kern="1200" baseline="0"/>
            <a:t>All payroll components were tested and validated, confirming that the system produced accurate and reliable payroll outcomes.</a:t>
          </a:r>
          <a:endParaRPr lang="en-US" sz="1000" kern="1200"/>
        </a:p>
      </dsp:txBody>
      <dsp:txXfrm>
        <a:off x="8440451" y="3209775"/>
        <a:ext cx="2292653" cy="1375592"/>
      </dsp:txXfrm>
    </dsp:sp>
    <dsp:sp modelId="{620054EE-11B8-4A2B-A2E3-6E830B72E475}">
      <dsp:nvSpPr>
        <dsp:cNvPr id="0" name=""/>
        <dsp:cNvSpPr/>
      </dsp:nvSpPr>
      <dsp:spPr>
        <a:xfrm>
          <a:off x="3396613" y="4814632"/>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1" i="0" kern="1200" baseline="0"/>
            <a:t>7. Demonstrated End-to-End Payroll Process</a:t>
          </a:r>
          <a:endParaRPr lang="en-US" sz="1000" kern="1200"/>
        </a:p>
      </dsp:txBody>
      <dsp:txXfrm>
        <a:off x="3396613" y="4814632"/>
        <a:ext cx="2292653" cy="1375592"/>
      </dsp:txXfrm>
    </dsp:sp>
    <dsp:sp modelId="{457ED7FE-E119-46B3-B15F-B84591C18D1B}">
      <dsp:nvSpPr>
        <dsp:cNvPr id="0" name=""/>
        <dsp:cNvSpPr/>
      </dsp:nvSpPr>
      <dsp:spPr>
        <a:xfrm>
          <a:off x="5918532" y="4814632"/>
          <a:ext cx="2292653" cy="1375592"/>
        </a:xfrm>
        <a:prstGeom prst="rect">
          <a:avLst/>
        </a:prstGeom>
        <a:gradFill rotWithShape="0">
          <a:gsLst>
            <a:gs pos="0">
              <a:schemeClr val="accent1">
                <a:hueOff val="0"/>
                <a:satOff val="0"/>
                <a:lumOff val="0"/>
                <a:alphaOff val="0"/>
                <a:tint val="100000"/>
                <a:shade val="100000"/>
                <a:satMod val="129999"/>
              </a:schemeClr>
            </a:gs>
            <a:gs pos="100000">
              <a:schemeClr val="accent1">
                <a:hueOff val="0"/>
                <a:satOff val="0"/>
                <a:lumOff val="0"/>
                <a:alphaOff val="0"/>
                <a:tint val="50000"/>
                <a:shade val="100000"/>
                <a:satMod val="350000"/>
              </a:schemeClr>
            </a:gs>
          </a:gsLst>
          <a:lin ang="162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lvl="0" algn="ctr" defTabSz="444500">
            <a:lnSpc>
              <a:spcPct val="90000"/>
            </a:lnSpc>
            <a:spcBef>
              <a:spcPct val="0"/>
            </a:spcBef>
            <a:spcAft>
              <a:spcPct val="35000"/>
            </a:spcAft>
          </a:pPr>
          <a:r>
            <a:rPr lang="en-US" sz="1000" b="0" i="0" kern="1200" baseline="0"/>
            <a:t>The project proved the ability to configure and run payroll from start to finish, demonstrating strong understanding of payroll ERP workflows.</a:t>
          </a:r>
          <a:endParaRPr lang="en-US" sz="1000" kern="1200"/>
        </a:p>
      </dsp:txBody>
      <dsp:txXfrm>
        <a:off x="5918532" y="4814632"/>
        <a:ext cx="2292653" cy="137559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002213-8DEC-40EE-BDBE-13804AC17D46}">
      <dsp:nvSpPr>
        <dsp:cNvPr id="0" name=""/>
        <dsp:cNvSpPr/>
      </dsp:nvSpPr>
      <dsp:spPr>
        <a:xfrm>
          <a:off x="0" y="2002"/>
          <a:ext cx="11607800" cy="85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0EA4A5-944F-42FF-81C9-C63DE980EF8D}">
      <dsp:nvSpPr>
        <dsp:cNvPr id="0" name=""/>
        <dsp:cNvSpPr/>
      </dsp:nvSpPr>
      <dsp:spPr>
        <a:xfrm>
          <a:off x="258117" y="193990"/>
          <a:ext cx="469304" cy="46930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4BA1B48-8F4F-4A2C-BF6B-93E6F7F8DFFA}">
      <dsp:nvSpPr>
        <dsp:cNvPr id="0" name=""/>
        <dsp:cNvSpPr/>
      </dsp:nvSpPr>
      <dsp:spPr>
        <a:xfrm>
          <a:off x="985538" y="2002"/>
          <a:ext cx="10622261" cy="85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05" tIns="90305" rIns="90305" bIns="90305" numCol="1" spcCol="1270" anchor="ctr" anchorCtr="0">
          <a:noAutofit/>
        </a:bodyPr>
        <a:lstStyle/>
        <a:p>
          <a:pPr lvl="0" algn="l" defTabSz="844550">
            <a:lnSpc>
              <a:spcPct val="90000"/>
            </a:lnSpc>
            <a:spcBef>
              <a:spcPct val="0"/>
            </a:spcBef>
            <a:spcAft>
              <a:spcPct val="35000"/>
            </a:spcAft>
          </a:pPr>
          <a:r>
            <a:rPr lang="en-US" sz="1900" b="0" i="0" kern="1200" baseline="0" dirty="0"/>
            <a:t>The payroll project successfully implemented a complete end-to-end payroll system for 2 departments and 10 employees.</a:t>
          </a:r>
          <a:endParaRPr lang="en-US" sz="1900" kern="1200" dirty="0"/>
        </a:p>
      </dsp:txBody>
      <dsp:txXfrm>
        <a:off x="985538" y="2002"/>
        <a:ext cx="10622261" cy="853280"/>
      </dsp:txXfrm>
    </dsp:sp>
    <dsp:sp modelId="{E5BCD5CF-C801-4781-9831-9A011B16CE0E}">
      <dsp:nvSpPr>
        <dsp:cNvPr id="0" name=""/>
        <dsp:cNvSpPr/>
      </dsp:nvSpPr>
      <dsp:spPr>
        <a:xfrm>
          <a:off x="0" y="1068602"/>
          <a:ext cx="11607800" cy="85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DD14CC-018B-44F2-8AD4-DE80FFE7C198}">
      <dsp:nvSpPr>
        <dsp:cNvPr id="0" name=""/>
        <dsp:cNvSpPr/>
      </dsp:nvSpPr>
      <dsp:spPr>
        <a:xfrm>
          <a:off x="258117" y="1260590"/>
          <a:ext cx="469304" cy="46930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425C64B-E84E-4C8A-83DF-3BC6CC09E101}">
      <dsp:nvSpPr>
        <dsp:cNvPr id="0" name=""/>
        <dsp:cNvSpPr/>
      </dsp:nvSpPr>
      <dsp:spPr>
        <a:xfrm>
          <a:off x="985538" y="1068602"/>
          <a:ext cx="10622261" cy="85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05" tIns="90305" rIns="90305" bIns="90305" numCol="1" spcCol="1270" anchor="ctr" anchorCtr="0">
          <a:noAutofit/>
        </a:bodyPr>
        <a:lstStyle/>
        <a:p>
          <a:pPr lvl="0" algn="l" defTabSz="844550">
            <a:lnSpc>
              <a:spcPct val="90000"/>
            </a:lnSpc>
            <a:spcBef>
              <a:spcPct val="0"/>
            </a:spcBef>
            <a:spcAft>
              <a:spcPct val="35000"/>
            </a:spcAft>
          </a:pPr>
          <a:r>
            <a:rPr lang="en-US" sz="1900" b="0" i="0" kern="1200" baseline="0"/>
            <a:t>All payroll components, including basic salary, allowances, bonuses, incentives, overtime, tax, and insurance, were accurately configured and processed.</a:t>
          </a:r>
          <a:endParaRPr lang="en-US" sz="1900" kern="1200"/>
        </a:p>
      </dsp:txBody>
      <dsp:txXfrm>
        <a:off x="985538" y="1068602"/>
        <a:ext cx="10622261" cy="853280"/>
      </dsp:txXfrm>
    </dsp:sp>
    <dsp:sp modelId="{39B2026A-3C13-4AE6-A1BF-B15129535E4B}">
      <dsp:nvSpPr>
        <dsp:cNvPr id="0" name=""/>
        <dsp:cNvSpPr/>
      </dsp:nvSpPr>
      <dsp:spPr>
        <a:xfrm>
          <a:off x="0" y="2135202"/>
          <a:ext cx="11607800" cy="85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268706-6C2F-4867-BF86-5775495388AA}">
      <dsp:nvSpPr>
        <dsp:cNvPr id="0" name=""/>
        <dsp:cNvSpPr/>
      </dsp:nvSpPr>
      <dsp:spPr>
        <a:xfrm>
          <a:off x="258117" y="2327190"/>
          <a:ext cx="469304" cy="469304"/>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7F555BE-5D55-4450-A8CC-A61EA3BE3265}">
      <dsp:nvSpPr>
        <dsp:cNvPr id="0" name=""/>
        <dsp:cNvSpPr/>
      </dsp:nvSpPr>
      <dsp:spPr>
        <a:xfrm>
          <a:off x="985538" y="2135202"/>
          <a:ext cx="10622261" cy="85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05" tIns="90305" rIns="90305" bIns="90305" numCol="1" spcCol="1270" anchor="ctr" anchorCtr="0">
          <a:noAutofit/>
        </a:bodyPr>
        <a:lstStyle/>
        <a:p>
          <a:pPr lvl="0" algn="l" defTabSz="844550">
            <a:lnSpc>
              <a:spcPct val="90000"/>
            </a:lnSpc>
            <a:spcBef>
              <a:spcPct val="0"/>
            </a:spcBef>
            <a:spcAft>
              <a:spcPct val="35000"/>
            </a:spcAft>
          </a:pPr>
          <a:r>
            <a:rPr lang="en-US" sz="1900" b="0" i="0" kern="1200" baseline="0"/>
            <a:t>Integration with time &amp; attendance ensured accurate calculation of work hours and overtime.</a:t>
          </a:r>
          <a:endParaRPr lang="en-US" sz="1900" kern="1200"/>
        </a:p>
      </dsp:txBody>
      <dsp:txXfrm>
        <a:off x="985538" y="2135202"/>
        <a:ext cx="10622261" cy="853280"/>
      </dsp:txXfrm>
    </dsp:sp>
    <dsp:sp modelId="{FCB6219F-2059-4C9A-BB6A-A54DF2E6C4E6}">
      <dsp:nvSpPr>
        <dsp:cNvPr id="0" name=""/>
        <dsp:cNvSpPr/>
      </dsp:nvSpPr>
      <dsp:spPr>
        <a:xfrm>
          <a:off x="0" y="3201802"/>
          <a:ext cx="11607800" cy="85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181F4E-0102-4286-8040-31BD0DF39A0A}">
      <dsp:nvSpPr>
        <dsp:cNvPr id="0" name=""/>
        <dsp:cNvSpPr/>
      </dsp:nvSpPr>
      <dsp:spPr>
        <a:xfrm>
          <a:off x="258117" y="3393790"/>
          <a:ext cx="469304" cy="469304"/>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CB560E1-B1CC-4591-8485-F059A7C83ACD}">
      <dsp:nvSpPr>
        <dsp:cNvPr id="0" name=""/>
        <dsp:cNvSpPr/>
      </dsp:nvSpPr>
      <dsp:spPr>
        <a:xfrm>
          <a:off x="985538" y="3201802"/>
          <a:ext cx="10622261" cy="85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05" tIns="90305" rIns="90305" bIns="90305" numCol="1" spcCol="1270" anchor="ctr" anchorCtr="0">
          <a:noAutofit/>
        </a:bodyPr>
        <a:lstStyle/>
        <a:p>
          <a:pPr lvl="0" algn="l" defTabSz="844550">
            <a:lnSpc>
              <a:spcPct val="90000"/>
            </a:lnSpc>
            <a:spcBef>
              <a:spcPct val="0"/>
            </a:spcBef>
            <a:spcAft>
              <a:spcPct val="35000"/>
            </a:spcAft>
          </a:pPr>
          <a:r>
            <a:rPr lang="en-US" sz="1900" b="0" i="0" kern="1200" baseline="0"/>
            <a:t>Individual pay statements were generated correctly, reflecting all earnings and deductions.</a:t>
          </a:r>
          <a:endParaRPr lang="en-US" sz="1900" kern="1200"/>
        </a:p>
      </dsp:txBody>
      <dsp:txXfrm>
        <a:off x="985538" y="3201802"/>
        <a:ext cx="10622261" cy="853280"/>
      </dsp:txXfrm>
    </dsp:sp>
    <dsp:sp modelId="{25197735-AA60-4E22-BB62-6EC87D9F38CD}">
      <dsp:nvSpPr>
        <dsp:cNvPr id="0" name=""/>
        <dsp:cNvSpPr/>
      </dsp:nvSpPr>
      <dsp:spPr>
        <a:xfrm>
          <a:off x="0" y="4268402"/>
          <a:ext cx="11607800" cy="85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9BA84A-EA94-4EF8-B595-9DB903BC4252}">
      <dsp:nvSpPr>
        <dsp:cNvPr id="0" name=""/>
        <dsp:cNvSpPr/>
      </dsp:nvSpPr>
      <dsp:spPr>
        <a:xfrm>
          <a:off x="258117" y="4460390"/>
          <a:ext cx="469304" cy="469304"/>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24A3594-3A46-41FE-B812-853D9E946ABB}">
      <dsp:nvSpPr>
        <dsp:cNvPr id="0" name=""/>
        <dsp:cNvSpPr/>
      </dsp:nvSpPr>
      <dsp:spPr>
        <a:xfrm>
          <a:off x="985538" y="4268402"/>
          <a:ext cx="10622261" cy="85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05" tIns="90305" rIns="90305" bIns="90305" numCol="1" spcCol="1270" anchor="ctr" anchorCtr="0">
          <a:noAutofit/>
        </a:bodyPr>
        <a:lstStyle/>
        <a:p>
          <a:pPr lvl="0" algn="l" defTabSz="844550">
            <a:lnSpc>
              <a:spcPct val="90000"/>
            </a:lnSpc>
            <a:spcBef>
              <a:spcPct val="0"/>
            </a:spcBef>
            <a:spcAft>
              <a:spcPct val="35000"/>
            </a:spcAft>
          </a:pPr>
          <a:r>
            <a:rPr lang="en-US" sz="1900" b="0" i="0" kern="1200" baseline="0"/>
            <a:t>The project demonstrated a clear understanding of payroll system configuration, processing, and validation within an ERP environment.</a:t>
          </a:r>
          <a:endParaRPr lang="en-US" sz="1900" kern="1200"/>
        </a:p>
      </dsp:txBody>
      <dsp:txXfrm>
        <a:off x="985538" y="4268402"/>
        <a:ext cx="10622261" cy="853280"/>
      </dsp:txXfrm>
    </dsp:sp>
    <dsp:sp modelId="{9930C3FA-6382-4BB1-B6FF-A605A45ECCCE}">
      <dsp:nvSpPr>
        <dsp:cNvPr id="0" name=""/>
        <dsp:cNvSpPr/>
      </dsp:nvSpPr>
      <dsp:spPr>
        <a:xfrm>
          <a:off x="0" y="5335002"/>
          <a:ext cx="11607800" cy="853280"/>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568C8D-EE2A-414C-8FC9-6378D3969FE0}">
      <dsp:nvSpPr>
        <dsp:cNvPr id="0" name=""/>
        <dsp:cNvSpPr/>
      </dsp:nvSpPr>
      <dsp:spPr>
        <a:xfrm>
          <a:off x="258117" y="5526990"/>
          <a:ext cx="469304" cy="469304"/>
        </a:xfrm>
        <a:prstGeom prst="rect">
          <a:avLst/>
        </a:prstGeom>
        <a:blipFill>
          <a:blip xmlns:r="http://schemas.openxmlformats.org/officeDocument/2006/relationships" r:embed="rId11" cstate="print">
            <a:extLst>
              <a:ext uri="{28A0092B-C50C-407E-A947-70E740481C1C}">
                <a14:useLocalDpi xmlns:a14="http://schemas.microsoft.com/office/drawing/2010/main" val="0"/>
              </a:ext>
              <a:ext uri="{96DAC541-7B7A-43D3-8B79-37D633B846F1}">
                <asvg:svgBlip xmlns=""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252C0DE-CE3A-4703-8A23-0B7774A5D210}">
      <dsp:nvSpPr>
        <dsp:cNvPr id="0" name=""/>
        <dsp:cNvSpPr/>
      </dsp:nvSpPr>
      <dsp:spPr>
        <a:xfrm>
          <a:off x="985538" y="5335002"/>
          <a:ext cx="10622261" cy="85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305" tIns="90305" rIns="90305" bIns="90305" numCol="1" spcCol="1270" anchor="ctr" anchorCtr="0">
          <a:noAutofit/>
        </a:bodyPr>
        <a:lstStyle/>
        <a:p>
          <a:pPr lvl="0" algn="l" defTabSz="844550">
            <a:lnSpc>
              <a:spcPct val="90000"/>
            </a:lnSpc>
            <a:spcBef>
              <a:spcPct val="0"/>
            </a:spcBef>
            <a:spcAft>
              <a:spcPct val="35000"/>
            </a:spcAft>
          </a:pPr>
          <a:r>
            <a:rPr lang="en-US" sz="1900" b="0" i="0" kern="1200" baseline="0"/>
            <a:t>Overall, the project improved understanding of payroll workflows and reinforced practical skills in payroll configuration, calculation, and reporting.</a:t>
          </a:r>
          <a:endParaRPr lang="en-US" sz="1900" kern="1200"/>
        </a:p>
      </dsp:txBody>
      <dsp:txXfrm>
        <a:off x="985538" y="5335002"/>
        <a:ext cx="10622261" cy="85328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8" name="Shape 168"/>
          <p:cNvSpPr>
            <a:spLocks noGrp="1" noRot="1" noChangeAspect="1"/>
          </p:cNvSpPr>
          <p:nvPr>
            <p:ph type="sldImg"/>
          </p:nvPr>
        </p:nvSpPr>
        <p:spPr>
          <a:xfrm>
            <a:off x="1143000" y="685800"/>
            <a:ext cx="4572000" cy="3429000"/>
          </a:xfrm>
          <a:prstGeom prst="rect">
            <a:avLst/>
          </a:prstGeom>
        </p:spPr>
        <p:txBody>
          <a:bodyPr/>
          <a:lstStyle/>
          <a:p>
            <a:endParaRPr/>
          </a:p>
        </p:txBody>
      </p:sp>
      <p:sp>
        <p:nvSpPr>
          <p:cNvPr id="169" name="Shape 169"/>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3781312266"/>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Author and Date"/>
          <p:cNvSpPr txBox="1">
            <a:spLocks noGrp="1"/>
          </p:cNvSpPr>
          <p:nvPr>
            <p:ph type="body" sz="quarter" idx="21" hasCustomPrompt="1"/>
          </p:nvPr>
        </p:nvSpPr>
        <p:spPr>
          <a:xfrm>
            <a:off x="698500" y="8657488"/>
            <a:ext cx="11607801" cy="461060"/>
          </a:xfrm>
          <a:prstGeom prst="rect">
            <a:avLst/>
          </a:prstGeom>
        </p:spPr>
        <p:txBody>
          <a:bodyPr anchor="b"/>
          <a:lstStyle>
            <a:lvl1pPr marL="0" indent="0" defTabSz="563541">
              <a:lnSpc>
                <a:spcPct val="100000"/>
              </a:lnSpc>
              <a:spcBef>
                <a:spcPts val="0"/>
              </a:spcBef>
              <a:buSzTx/>
              <a:buNone/>
              <a:defRPr sz="2304" b="1"/>
            </a:lvl1pPr>
          </a:lstStyle>
          <a:p>
            <a:r>
              <a:t>Author and Date</a:t>
            </a:r>
          </a:p>
        </p:txBody>
      </p:sp>
      <p:sp>
        <p:nvSpPr>
          <p:cNvPr id="12" name="Presentation Title"/>
          <p:cNvSpPr txBox="1">
            <a:spLocks noGrp="1"/>
          </p:cNvSpPr>
          <p:nvPr>
            <p:ph type="title" hasCustomPrompt="1"/>
          </p:nvPr>
        </p:nvSpPr>
        <p:spPr>
          <a:xfrm>
            <a:off x="698500" y="1854200"/>
            <a:ext cx="11609057" cy="3302000"/>
          </a:xfrm>
          <a:prstGeom prst="rect">
            <a:avLst/>
          </a:prstGeom>
        </p:spPr>
        <p:txBody>
          <a:bodyPr anchor="b"/>
          <a:lstStyle>
            <a:lvl1pPr>
              <a:defRPr sz="8200" spc="-164"/>
            </a:lvl1pPr>
          </a:lstStyle>
          <a:p>
            <a:r>
              <a:t>Presentation Title</a:t>
            </a:r>
          </a:p>
        </p:txBody>
      </p:sp>
      <p:sp>
        <p:nvSpPr>
          <p:cNvPr id="13" name="Body Level One…"/>
          <p:cNvSpPr txBox="1">
            <a:spLocks noGrp="1"/>
          </p:cNvSpPr>
          <p:nvPr>
            <p:ph type="body" sz="quarter" idx="1" hasCustomPrompt="1"/>
          </p:nvPr>
        </p:nvSpPr>
        <p:spPr>
          <a:xfrm>
            <a:off x="698500" y="5105400"/>
            <a:ext cx="11607800" cy="1456399"/>
          </a:xfrm>
          <a:prstGeom prst="rect">
            <a:avLst/>
          </a:prstGeom>
        </p:spPr>
        <p:txBody>
          <a:bodyPr/>
          <a:lstStyle>
            <a:lvl1pPr marL="0" indent="0" defTabSz="587022">
              <a:lnSpc>
                <a:spcPct val="100000"/>
              </a:lnSpc>
              <a:spcBef>
                <a:spcPts val="0"/>
              </a:spcBef>
              <a:buSzTx/>
              <a:buNone/>
              <a:defRPr sz="3800" b="1"/>
            </a:lvl1pPr>
            <a:lvl2pPr marL="0" indent="457200" defTabSz="587022">
              <a:lnSpc>
                <a:spcPct val="100000"/>
              </a:lnSpc>
              <a:spcBef>
                <a:spcPts val="0"/>
              </a:spcBef>
              <a:buSzTx/>
              <a:buNone/>
              <a:defRPr sz="3800" b="1"/>
            </a:lvl2pPr>
            <a:lvl3pPr marL="0" indent="914400" defTabSz="587022">
              <a:lnSpc>
                <a:spcPct val="100000"/>
              </a:lnSpc>
              <a:spcBef>
                <a:spcPts val="0"/>
              </a:spcBef>
              <a:buSzTx/>
              <a:buNone/>
              <a:defRPr sz="3800" b="1"/>
            </a:lvl3pPr>
            <a:lvl4pPr marL="0" indent="1371600" defTabSz="587022">
              <a:lnSpc>
                <a:spcPct val="100000"/>
              </a:lnSpc>
              <a:spcBef>
                <a:spcPts val="0"/>
              </a:spcBef>
              <a:buSzTx/>
              <a:buNone/>
              <a:defRPr sz="3800" b="1"/>
            </a:lvl4pPr>
            <a:lvl5pPr marL="0" indent="1828800" defTabSz="587022">
              <a:lnSpc>
                <a:spcPct val="100000"/>
              </a:lnSpc>
              <a:spcBef>
                <a:spcPts val="0"/>
              </a:spcBef>
              <a:buSzTx/>
              <a:buNone/>
              <a:defRPr sz="3800" b="1"/>
            </a:lvl5pPr>
          </a:lstStyle>
          <a:p>
            <a:r>
              <a:t>Presentation Subtitle</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6353454" y="9220199"/>
            <a:ext cx="297892" cy="2874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amp; Photo">
    <p:spTree>
      <p:nvGrpSpPr>
        <p:cNvPr id="1" name=""/>
        <p:cNvGrpSpPr/>
        <p:nvPr/>
      </p:nvGrpSpPr>
      <p:grpSpPr>
        <a:xfrm>
          <a:off x="0" y="0"/>
          <a:ext cx="0" cy="0"/>
          <a:chOff x="0" y="0"/>
          <a:chExt cx="0" cy="0"/>
        </a:xfrm>
      </p:grpSpPr>
      <p:sp>
        <p:nvSpPr>
          <p:cNvPr id="21" name="Avocados and limes"/>
          <p:cNvSpPr>
            <a:spLocks noGrp="1"/>
          </p:cNvSpPr>
          <p:nvPr>
            <p:ph type="pic" idx="21"/>
          </p:nvPr>
        </p:nvSpPr>
        <p:spPr>
          <a:xfrm>
            <a:off x="-376767" y="-915894"/>
            <a:ext cx="17835652" cy="10682195"/>
          </a:xfrm>
          <a:prstGeom prst="rect">
            <a:avLst/>
          </a:prstGeom>
        </p:spPr>
        <p:txBody>
          <a:bodyPr lIns="91439" tIns="45719" rIns="91439" bIns="45719">
            <a:noAutofit/>
          </a:bodyPr>
          <a:lstStyle/>
          <a:p>
            <a:endParaRPr/>
          </a:p>
        </p:txBody>
      </p:sp>
      <p:sp>
        <p:nvSpPr>
          <p:cNvPr id="22" name="Presentation Title"/>
          <p:cNvSpPr txBox="1">
            <a:spLocks noGrp="1"/>
          </p:cNvSpPr>
          <p:nvPr>
            <p:ph type="title" hasCustomPrompt="1"/>
          </p:nvPr>
        </p:nvSpPr>
        <p:spPr>
          <a:xfrm>
            <a:off x="698500" y="5181600"/>
            <a:ext cx="11607800" cy="3302000"/>
          </a:xfrm>
          <a:prstGeom prst="rect">
            <a:avLst/>
          </a:prstGeom>
        </p:spPr>
        <p:txBody>
          <a:bodyPr anchor="b"/>
          <a:lstStyle>
            <a:lvl1pPr>
              <a:defRPr sz="8200" spc="-164"/>
            </a:lvl1pPr>
          </a:lstStyle>
          <a:p>
            <a:r>
              <a:t>Presentation Title</a:t>
            </a:r>
          </a:p>
        </p:txBody>
      </p:sp>
      <p:sp>
        <p:nvSpPr>
          <p:cNvPr id="23" name="Body Level One…"/>
          <p:cNvSpPr txBox="1">
            <a:spLocks noGrp="1"/>
          </p:cNvSpPr>
          <p:nvPr>
            <p:ph type="body" sz="quarter" idx="1" hasCustomPrompt="1"/>
          </p:nvPr>
        </p:nvSpPr>
        <p:spPr>
          <a:xfrm>
            <a:off x="698500" y="8432800"/>
            <a:ext cx="11607800" cy="689769"/>
          </a:xfrm>
          <a:prstGeom prst="rect">
            <a:avLst/>
          </a:prstGeom>
        </p:spPr>
        <p:txBody>
          <a:bodyPr/>
          <a:lstStyle>
            <a:lvl1pPr marL="0" indent="0" defTabSz="587022">
              <a:lnSpc>
                <a:spcPct val="100000"/>
              </a:lnSpc>
              <a:spcBef>
                <a:spcPts val="0"/>
              </a:spcBef>
              <a:buSzTx/>
              <a:buNone/>
              <a:defRPr sz="3800" b="1"/>
            </a:lvl1pPr>
            <a:lvl2pPr marL="0" indent="457200" defTabSz="587022">
              <a:lnSpc>
                <a:spcPct val="100000"/>
              </a:lnSpc>
              <a:spcBef>
                <a:spcPts val="0"/>
              </a:spcBef>
              <a:buSzTx/>
              <a:buNone/>
              <a:defRPr sz="3800" b="1"/>
            </a:lvl2pPr>
            <a:lvl3pPr marL="0" indent="914400" defTabSz="587022">
              <a:lnSpc>
                <a:spcPct val="100000"/>
              </a:lnSpc>
              <a:spcBef>
                <a:spcPts val="0"/>
              </a:spcBef>
              <a:buSzTx/>
              <a:buNone/>
              <a:defRPr sz="3800" b="1"/>
            </a:lvl3pPr>
            <a:lvl4pPr marL="0" indent="1371600" defTabSz="587022">
              <a:lnSpc>
                <a:spcPct val="100000"/>
              </a:lnSpc>
              <a:spcBef>
                <a:spcPts val="0"/>
              </a:spcBef>
              <a:buSzTx/>
              <a:buNone/>
              <a:defRPr sz="3800" b="1"/>
            </a:lvl4pPr>
            <a:lvl5pPr marL="0" indent="1828800" defTabSz="587022">
              <a:lnSpc>
                <a:spcPct val="100000"/>
              </a:lnSpc>
              <a:spcBef>
                <a:spcPts val="0"/>
              </a:spcBef>
              <a:buSzTx/>
              <a:buNone/>
              <a:defRPr sz="3800" b="1"/>
            </a:lvl5pPr>
          </a:lstStyle>
          <a:p>
            <a:r>
              <a:t>Presentation Subtitle</a:t>
            </a:r>
          </a:p>
          <a:p>
            <a:pPr lvl="1"/>
            <a:endParaRPr/>
          </a:p>
          <a:p>
            <a:pPr lvl="2"/>
            <a:endParaRPr/>
          </a:p>
          <a:p>
            <a:pPr lvl="3"/>
            <a:endParaRPr/>
          </a:p>
          <a:p>
            <a:pPr lvl="4"/>
            <a:endParaRPr/>
          </a:p>
        </p:txBody>
      </p:sp>
      <p:sp>
        <p:nvSpPr>
          <p:cNvPr id="24" name="Author and Date"/>
          <p:cNvSpPr txBox="1">
            <a:spLocks noGrp="1"/>
          </p:cNvSpPr>
          <p:nvPr>
            <p:ph type="body" sz="quarter" idx="22" hasCustomPrompt="1"/>
          </p:nvPr>
        </p:nvSpPr>
        <p:spPr>
          <a:xfrm>
            <a:off x="698500" y="571500"/>
            <a:ext cx="11607801" cy="461059"/>
          </a:xfrm>
          <a:prstGeom prst="rect">
            <a:avLst/>
          </a:prstGeom>
        </p:spPr>
        <p:txBody>
          <a:bodyPr/>
          <a:lstStyle>
            <a:lvl1pPr marL="0" indent="0" defTabSz="563541">
              <a:lnSpc>
                <a:spcPct val="100000"/>
              </a:lnSpc>
              <a:spcBef>
                <a:spcPts val="0"/>
              </a:spcBef>
              <a:buSzTx/>
              <a:buNone/>
              <a:defRPr sz="2304" b="1"/>
            </a:lvl1pPr>
          </a:lstStyle>
          <a:p>
            <a:r>
              <a:t>Author and Date</a:t>
            </a:r>
          </a:p>
        </p:txBody>
      </p:sp>
      <p:sp>
        <p:nvSpPr>
          <p:cNvPr id="25" name="Slide Number"/>
          <p:cNvSpPr txBox="1">
            <a:spLocks noGrp="1"/>
          </p:cNvSpPr>
          <p:nvPr>
            <p:ph type="sldNum" sz="quarter" idx="2"/>
          </p:nvPr>
        </p:nvSpPr>
        <p:spPr>
          <a:xfrm>
            <a:off x="6349999" y="9220199"/>
            <a:ext cx="297893" cy="287479"/>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32" name="Bowl with salmon cakes, salad, and hummus "/>
          <p:cNvSpPr>
            <a:spLocks noGrp="1"/>
          </p:cNvSpPr>
          <p:nvPr>
            <p:ph type="pic" idx="21"/>
          </p:nvPr>
        </p:nvSpPr>
        <p:spPr>
          <a:xfrm>
            <a:off x="5319129" y="495299"/>
            <a:ext cx="7543801" cy="8780059"/>
          </a:xfrm>
          <a:prstGeom prst="rect">
            <a:avLst/>
          </a:prstGeom>
        </p:spPr>
        <p:txBody>
          <a:bodyPr lIns="91439" tIns="45719" rIns="91439" bIns="45719">
            <a:noAutofit/>
          </a:bodyPr>
          <a:lstStyle/>
          <a:p>
            <a:endParaRPr/>
          </a:p>
        </p:txBody>
      </p:sp>
      <p:sp>
        <p:nvSpPr>
          <p:cNvPr id="33" name="Body Level One…"/>
          <p:cNvSpPr txBox="1">
            <a:spLocks noGrp="1"/>
          </p:cNvSpPr>
          <p:nvPr>
            <p:ph type="body" sz="quarter" idx="1" hasCustomPrompt="1"/>
          </p:nvPr>
        </p:nvSpPr>
        <p:spPr>
          <a:xfrm>
            <a:off x="698500" y="5003800"/>
            <a:ext cx="5105400" cy="4044566"/>
          </a:xfrm>
          <a:prstGeom prst="rect">
            <a:avLst/>
          </a:prstGeom>
        </p:spPr>
        <p:txBody>
          <a:bodyPr/>
          <a:lstStyle>
            <a:lvl1pPr marL="0" indent="0" defTabSz="587022">
              <a:lnSpc>
                <a:spcPct val="100000"/>
              </a:lnSpc>
              <a:spcBef>
                <a:spcPts val="0"/>
              </a:spcBef>
              <a:buSzTx/>
              <a:buNone/>
              <a:defRPr sz="3800" b="1"/>
            </a:lvl1pPr>
            <a:lvl2pPr marL="0" indent="457200" defTabSz="587022">
              <a:lnSpc>
                <a:spcPct val="100000"/>
              </a:lnSpc>
              <a:spcBef>
                <a:spcPts val="0"/>
              </a:spcBef>
              <a:buSzTx/>
              <a:buNone/>
              <a:defRPr sz="3800" b="1"/>
            </a:lvl2pPr>
            <a:lvl3pPr marL="0" indent="914400" defTabSz="587022">
              <a:lnSpc>
                <a:spcPct val="100000"/>
              </a:lnSpc>
              <a:spcBef>
                <a:spcPts val="0"/>
              </a:spcBef>
              <a:buSzTx/>
              <a:buNone/>
              <a:defRPr sz="3800" b="1"/>
            </a:lvl3pPr>
            <a:lvl4pPr marL="0" indent="1371600" defTabSz="587022">
              <a:lnSpc>
                <a:spcPct val="100000"/>
              </a:lnSpc>
              <a:spcBef>
                <a:spcPts val="0"/>
              </a:spcBef>
              <a:buSzTx/>
              <a:buNone/>
              <a:defRPr sz="3800" b="1"/>
            </a:lvl4pPr>
            <a:lvl5pPr marL="0" indent="1828800" defTabSz="587022">
              <a:lnSpc>
                <a:spcPct val="100000"/>
              </a:lnSpc>
              <a:spcBef>
                <a:spcPts val="0"/>
              </a:spcBef>
              <a:buSzTx/>
              <a:buNone/>
              <a:defRPr sz="3800" b="1"/>
            </a:lvl5pPr>
          </a:lstStyle>
          <a:p>
            <a:r>
              <a:t>Slide Subtitle</a:t>
            </a:r>
          </a:p>
          <a:p>
            <a:pPr lvl="1"/>
            <a:endParaRPr/>
          </a:p>
          <a:p>
            <a:pPr lvl="2"/>
            <a:endParaRPr/>
          </a:p>
          <a:p>
            <a:pPr lvl="3"/>
            <a:endParaRPr/>
          </a:p>
          <a:p>
            <a:pPr lvl="4"/>
            <a:endParaRPr/>
          </a:p>
        </p:txBody>
      </p:sp>
      <p:sp>
        <p:nvSpPr>
          <p:cNvPr id="34" name="Slide Title"/>
          <p:cNvSpPr txBox="1">
            <a:spLocks noGrp="1"/>
          </p:cNvSpPr>
          <p:nvPr>
            <p:ph type="title" hasCustomPrompt="1"/>
          </p:nvPr>
        </p:nvSpPr>
        <p:spPr>
          <a:xfrm>
            <a:off x="698500" y="692534"/>
            <a:ext cx="5105400" cy="4387466"/>
          </a:xfrm>
          <a:prstGeom prst="rect">
            <a:avLst/>
          </a:prstGeom>
        </p:spPr>
        <p:txBody>
          <a:bodyPr anchor="b"/>
          <a:lstStyle/>
          <a:p>
            <a:r>
              <a:t>Slide Title</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42"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3" name="Slide Subtitle"/>
          <p:cNvSpPr txBox="1">
            <a:spLocks noGrp="1"/>
          </p:cNvSpPr>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44" name="Slide Title"/>
          <p:cNvSpPr txBox="1">
            <a:spLocks noGrp="1"/>
          </p:cNvSpPr>
          <p:nvPr>
            <p:ph type="title" hasCustomPrompt="1"/>
          </p:nvPr>
        </p:nvSpPr>
        <p:spPr>
          <a:prstGeom prst="rect">
            <a:avLst/>
          </a:prstGeom>
        </p:spPr>
        <p:txBody>
          <a:bodyPr/>
          <a:lstStyle/>
          <a:p>
            <a:r>
              <a:t>Slide Title</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52" name="Body Level One…"/>
          <p:cNvSpPr txBox="1">
            <a:spLocks noGrp="1"/>
          </p:cNvSpPr>
          <p:nvPr>
            <p:ph type="body" idx="1" hasCustomPrompt="1"/>
          </p:nvPr>
        </p:nvSpPr>
        <p:spPr>
          <a:prstGeom prst="rect">
            <a:avLst/>
          </a:prstGeom>
        </p:spPr>
        <p:txBody>
          <a:bodyPr numCol="2" spcCol="589358"/>
          <a:lstStyle/>
          <a:p>
            <a:r>
              <a:t>Slide bullet text</a:t>
            </a:r>
          </a:p>
          <a:p>
            <a:pPr lvl="1"/>
            <a:endParaRPr/>
          </a:p>
          <a:p>
            <a:pPr lvl="2"/>
            <a:endParaRPr/>
          </a:p>
          <a:p>
            <a:pPr lvl="3"/>
            <a:endParaRPr/>
          </a:p>
          <a:p>
            <a:pPr lvl="4"/>
            <a:endParaRPr/>
          </a:p>
        </p:txBody>
      </p:sp>
      <p:sp>
        <p:nvSpPr>
          <p:cNvPr id="5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0" name="Bowl of pappardelle pasta with parsley butter, roasted hazelnuts, and shaved parmesan cheese"/>
          <p:cNvSpPr>
            <a:spLocks noGrp="1"/>
          </p:cNvSpPr>
          <p:nvPr>
            <p:ph type="pic" idx="21"/>
          </p:nvPr>
        </p:nvSpPr>
        <p:spPr>
          <a:xfrm>
            <a:off x="6172200" y="596900"/>
            <a:ext cx="6448425" cy="8597900"/>
          </a:xfrm>
          <a:prstGeom prst="rect">
            <a:avLst/>
          </a:prstGeom>
        </p:spPr>
        <p:txBody>
          <a:bodyPr lIns="91439" tIns="45719" rIns="91439" bIns="45719">
            <a:noAutofit/>
          </a:bodyPr>
          <a:lstStyle/>
          <a:p>
            <a:endParaRPr/>
          </a:p>
        </p:txBody>
      </p:sp>
      <p:sp>
        <p:nvSpPr>
          <p:cNvPr id="61" name="Slide Title"/>
          <p:cNvSpPr txBox="1">
            <a:spLocks noGrp="1"/>
          </p:cNvSpPr>
          <p:nvPr>
            <p:ph type="title" hasCustomPrompt="1"/>
          </p:nvPr>
        </p:nvSpPr>
        <p:spPr>
          <a:xfrm>
            <a:off x="698500" y="444500"/>
            <a:ext cx="5105400" cy="1016000"/>
          </a:xfrm>
          <a:prstGeom prst="rect">
            <a:avLst/>
          </a:prstGeom>
        </p:spPr>
        <p:txBody>
          <a:bodyPr/>
          <a:lstStyle/>
          <a:p>
            <a:r>
              <a:t>Slide Title</a:t>
            </a:r>
          </a:p>
        </p:txBody>
      </p:sp>
      <p:sp>
        <p:nvSpPr>
          <p:cNvPr id="62" name="Slide Subtitle"/>
          <p:cNvSpPr txBox="1">
            <a:spLocks noGrp="1"/>
          </p:cNvSpPr>
          <p:nvPr>
            <p:ph type="body" sz="quarter" idx="22"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63" name="Body Level One…"/>
          <p:cNvSpPr txBox="1">
            <a:spLocks noGrp="1"/>
          </p:cNvSpPr>
          <p:nvPr>
            <p:ph type="body" sz="half" idx="1" hasCustomPrompt="1"/>
          </p:nvPr>
        </p:nvSpPr>
        <p:spPr>
          <a:xfrm>
            <a:off x="698500" y="3480196"/>
            <a:ext cx="5105400" cy="5593161"/>
          </a:xfrm>
          <a:prstGeom prst="rect">
            <a:avLst/>
          </a:prstGeom>
        </p:spPr>
        <p:txBody>
          <a:bodyPr/>
          <a:lstStyle/>
          <a:p>
            <a:r>
              <a:t>Slide bullet text</a:t>
            </a:r>
          </a:p>
          <a:p>
            <a:pPr lvl="1"/>
            <a:endParaRPr/>
          </a:p>
          <a:p>
            <a:pPr lvl="2"/>
            <a:endParaRPr/>
          </a:p>
          <a:p>
            <a:pPr lvl="3"/>
            <a:endParaRPr/>
          </a:p>
          <a:p>
            <a:pPr lvl="4"/>
            <a:endParaRPr/>
          </a:p>
        </p:txBody>
      </p:sp>
      <p:sp>
        <p:nvSpPr>
          <p:cNvPr id="6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1" name="Slide Title"/>
          <p:cNvSpPr txBox="1">
            <a:spLocks noGrp="1"/>
          </p:cNvSpPr>
          <p:nvPr>
            <p:ph type="title" hasCustomPrompt="1"/>
          </p:nvPr>
        </p:nvSpPr>
        <p:spPr>
          <a:xfrm>
            <a:off x="698500" y="444500"/>
            <a:ext cx="5105400" cy="1016000"/>
          </a:xfrm>
          <a:prstGeom prst="rect">
            <a:avLst/>
          </a:prstGeom>
        </p:spPr>
        <p:txBody>
          <a:bodyPr/>
          <a:lstStyle/>
          <a:p>
            <a:r>
              <a:t>Slide Title</a:t>
            </a:r>
          </a:p>
        </p:txBody>
      </p:sp>
      <p:sp>
        <p:nvSpPr>
          <p:cNvPr id="72" name="Slide Subtitle"/>
          <p:cNvSpPr txBox="1">
            <a:spLocks noGrp="1"/>
          </p:cNvSpPr>
          <p:nvPr>
            <p:ph type="body" sz="quarter" idx="21"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73" name="Body Level One…"/>
          <p:cNvSpPr txBox="1">
            <a:spLocks noGrp="1"/>
          </p:cNvSpPr>
          <p:nvPr>
            <p:ph type="body" sz="half" idx="1" hasCustomPrompt="1"/>
          </p:nvPr>
        </p:nvSpPr>
        <p:spPr>
          <a:xfrm>
            <a:off x="698500" y="3480196"/>
            <a:ext cx="5105400" cy="5593161"/>
          </a:xfrm>
          <a:prstGeom prst="rect">
            <a:avLst/>
          </a:prstGeom>
        </p:spPr>
        <p:txBody>
          <a:bodyPr/>
          <a:lstStyle/>
          <a:p>
            <a:r>
              <a:t>Slide bullet text</a:t>
            </a:r>
          </a:p>
          <a:p>
            <a:pPr lvl="1"/>
            <a:endParaRPr/>
          </a:p>
          <a:p>
            <a:pPr lvl="2"/>
            <a:endParaRPr/>
          </a:p>
          <a:p>
            <a:pPr lvl="3"/>
            <a:endParaRPr/>
          </a:p>
          <a:p>
            <a:pPr lvl="4"/>
            <a:endParaRPr/>
          </a:p>
        </p:txBody>
      </p:sp>
      <p:sp>
        <p:nvSpPr>
          <p:cNvPr id="7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1" name="Slide Title"/>
          <p:cNvSpPr txBox="1">
            <a:spLocks noGrp="1"/>
          </p:cNvSpPr>
          <p:nvPr>
            <p:ph type="title" hasCustomPrompt="1"/>
          </p:nvPr>
        </p:nvSpPr>
        <p:spPr>
          <a:xfrm>
            <a:off x="698500" y="444500"/>
            <a:ext cx="5105400" cy="1016000"/>
          </a:xfrm>
          <a:prstGeom prst="rect">
            <a:avLst/>
          </a:prstGeom>
        </p:spPr>
        <p:txBody>
          <a:bodyPr/>
          <a:lstStyle/>
          <a:p>
            <a:r>
              <a:t>Slide Title</a:t>
            </a:r>
          </a:p>
        </p:txBody>
      </p:sp>
      <p:sp>
        <p:nvSpPr>
          <p:cNvPr id="82" name="Slide Subtitle"/>
          <p:cNvSpPr txBox="1">
            <a:spLocks noGrp="1"/>
          </p:cNvSpPr>
          <p:nvPr>
            <p:ph type="body" sz="quarter" idx="21" hasCustomPrompt="1"/>
          </p:nvPr>
        </p:nvSpPr>
        <p:spPr>
          <a:xfrm>
            <a:off x="698500" y="1412977"/>
            <a:ext cx="5105400"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83" name="Body Level One…"/>
          <p:cNvSpPr txBox="1">
            <a:spLocks noGrp="1"/>
          </p:cNvSpPr>
          <p:nvPr>
            <p:ph type="body" sz="half" idx="1" hasCustomPrompt="1"/>
          </p:nvPr>
        </p:nvSpPr>
        <p:spPr>
          <a:xfrm>
            <a:off x="698500" y="3480196"/>
            <a:ext cx="5105400" cy="5593161"/>
          </a:xfrm>
          <a:prstGeom prst="rect">
            <a:avLst/>
          </a:prstGeom>
        </p:spPr>
        <p:txBody>
          <a:bodyPr/>
          <a:lstStyle/>
          <a:p>
            <a:r>
              <a:t>Slide bullet text</a:t>
            </a:r>
          </a:p>
          <a:p>
            <a:pPr lvl="1"/>
            <a:endParaRPr/>
          </a:p>
          <a:p>
            <a:pPr lvl="2"/>
            <a:endParaRPr/>
          </a:p>
          <a:p>
            <a:pPr lvl="3"/>
            <a:endParaRPr/>
          </a:p>
          <a:p>
            <a:pPr lvl="4"/>
            <a:endParaRPr/>
          </a:p>
        </p:txBody>
      </p:sp>
      <p:sp>
        <p:nvSpPr>
          <p:cNvPr id="8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1" name="Section Title"/>
          <p:cNvSpPr txBox="1">
            <a:spLocks noGrp="1"/>
          </p:cNvSpPr>
          <p:nvPr>
            <p:ph type="title" hasCustomPrompt="1"/>
          </p:nvPr>
        </p:nvSpPr>
        <p:spPr>
          <a:xfrm>
            <a:off x="698500" y="3225800"/>
            <a:ext cx="11607800" cy="3302000"/>
          </a:xfrm>
          <a:prstGeom prst="rect">
            <a:avLst/>
          </a:prstGeom>
        </p:spPr>
        <p:txBody>
          <a:bodyPr anchor="ctr"/>
          <a:lstStyle>
            <a:lvl1pPr>
              <a:defRPr sz="8200" b="0" spc="-164">
                <a:latin typeface="Helvetica Neue Medium"/>
                <a:ea typeface="Helvetica Neue Medium"/>
                <a:cs typeface="Helvetica Neue Medium"/>
                <a:sym typeface="Helvetica Neue Medium"/>
              </a:defRPr>
            </a:lvl1pPr>
          </a:lstStyle>
          <a:p>
            <a:r>
              <a:t>Section Title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99" name="Slide Title"/>
          <p:cNvSpPr txBox="1">
            <a:spLocks noGrp="1"/>
          </p:cNvSpPr>
          <p:nvPr>
            <p:ph type="title" hasCustomPrompt="1"/>
          </p:nvPr>
        </p:nvSpPr>
        <p:spPr>
          <a:prstGeom prst="rect">
            <a:avLst/>
          </a:prstGeom>
        </p:spPr>
        <p:txBody>
          <a:bodyPr/>
          <a:lstStyle/>
          <a:p>
            <a:r>
              <a:t>Slide Title</a:t>
            </a:r>
          </a:p>
        </p:txBody>
      </p:sp>
      <p:sp>
        <p:nvSpPr>
          <p:cNvPr id="100" name="Slide Subtitle"/>
          <p:cNvSpPr txBox="1">
            <a:spLocks noGrp="1"/>
          </p:cNvSpPr>
          <p:nvPr>
            <p:ph type="body" sz="quarter" idx="21" hasCustomPrompt="1"/>
          </p:nvPr>
        </p:nvSpPr>
        <p:spPr>
          <a:xfrm>
            <a:off x="698500" y="1412977"/>
            <a:ext cx="11607801" cy="671803"/>
          </a:xfrm>
          <a:prstGeom prst="rect">
            <a:avLst/>
          </a:prstGeom>
        </p:spPr>
        <p:txBody>
          <a:bodyPr/>
          <a:lstStyle>
            <a:lvl1pPr marL="0" indent="0" defTabSz="587022">
              <a:lnSpc>
                <a:spcPct val="100000"/>
              </a:lnSpc>
              <a:spcBef>
                <a:spcPts val="0"/>
              </a:spcBef>
              <a:buSzTx/>
              <a:buNone/>
              <a:defRPr sz="3800" b="1"/>
            </a:lvl1pPr>
          </a:lstStyle>
          <a:p>
            <a:r>
              <a:t>Slide Subtitle</a:t>
            </a:r>
          </a:p>
        </p:txBody>
      </p:sp>
      <p:sp>
        <p:nvSpPr>
          <p:cNvPr id="10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08" name="Agenda Title"/>
          <p:cNvSpPr txBox="1">
            <a:spLocks noGrp="1"/>
          </p:cNvSpPr>
          <p:nvPr>
            <p:ph type="title" hasCustomPrompt="1"/>
          </p:nvPr>
        </p:nvSpPr>
        <p:spPr>
          <a:xfrm>
            <a:off x="698500" y="444500"/>
            <a:ext cx="11607800" cy="1016000"/>
          </a:xfrm>
          <a:prstGeom prst="rect">
            <a:avLst/>
          </a:prstGeom>
        </p:spPr>
        <p:txBody>
          <a:bodyPr/>
          <a:lstStyle/>
          <a:p>
            <a:r>
              <a:t>Agenda Title</a:t>
            </a:r>
          </a:p>
        </p:txBody>
      </p:sp>
      <p:sp>
        <p:nvSpPr>
          <p:cNvPr id="109" name="Agenda Subtitle"/>
          <p:cNvSpPr txBox="1">
            <a:spLocks noGrp="1"/>
          </p:cNvSpPr>
          <p:nvPr>
            <p:ph type="body" sz="quarter" idx="21" hasCustomPrompt="1"/>
          </p:nvPr>
        </p:nvSpPr>
        <p:spPr>
          <a:xfrm>
            <a:off x="698500" y="1409700"/>
            <a:ext cx="11607801" cy="671802"/>
          </a:xfrm>
          <a:prstGeom prst="rect">
            <a:avLst/>
          </a:prstGeom>
        </p:spPr>
        <p:txBody>
          <a:bodyPr/>
          <a:lstStyle>
            <a:lvl1pPr marL="0" indent="0" defTabSz="587022">
              <a:lnSpc>
                <a:spcPct val="100000"/>
              </a:lnSpc>
              <a:spcBef>
                <a:spcPts val="0"/>
              </a:spcBef>
              <a:buSzTx/>
              <a:buNone/>
              <a:defRPr sz="3800" b="1"/>
            </a:lvl1pPr>
          </a:lstStyle>
          <a:p>
            <a:r>
              <a:t>Agenda Subtitle</a:t>
            </a:r>
          </a:p>
        </p:txBody>
      </p:sp>
      <p:sp>
        <p:nvSpPr>
          <p:cNvPr id="110" name="Body Level One…"/>
          <p:cNvSpPr txBox="1">
            <a:spLocks noGrp="1"/>
          </p:cNvSpPr>
          <p:nvPr>
            <p:ph type="body" idx="1" hasCustomPrompt="1"/>
          </p:nvPr>
        </p:nvSpPr>
        <p:spPr>
          <a:prstGeom prst="rect">
            <a:avLst/>
          </a:prstGeom>
        </p:spPr>
        <p:txBody>
          <a:bodyPr/>
          <a:lstStyle>
            <a:lvl1pPr marL="0" indent="0">
              <a:spcBef>
                <a:spcPts val="1300"/>
              </a:spcBef>
              <a:buSzTx/>
              <a:buNone/>
              <a:defRPr sz="3800" spc="-38"/>
            </a:lvl1pPr>
            <a:lvl2pPr marL="0" indent="457200">
              <a:spcBef>
                <a:spcPts val="1300"/>
              </a:spcBef>
              <a:buSzTx/>
              <a:buNone/>
              <a:defRPr sz="3800" spc="-38"/>
            </a:lvl2pPr>
            <a:lvl3pPr marL="0" indent="914400">
              <a:spcBef>
                <a:spcPts val="1300"/>
              </a:spcBef>
              <a:buSzTx/>
              <a:buNone/>
              <a:defRPr sz="3800" spc="-38"/>
            </a:lvl3pPr>
            <a:lvl4pPr marL="0" indent="1371600">
              <a:spcBef>
                <a:spcPts val="1300"/>
              </a:spcBef>
              <a:buSzTx/>
              <a:buNone/>
              <a:defRPr sz="3800" spc="-38"/>
            </a:lvl4pPr>
            <a:lvl5pPr marL="0" indent="1828800">
              <a:spcBef>
                <a:spcPts val="1300"/>
              </a:spcBef>
              <a:buSzTx/>
              <a:buNone/>
              <a:defRPr sz="3800" spc="-38"/>
            </a:lvl5pPr>
          </a:lstStyle>
          <a:p>
            <a:r>
              <a:t>Agenda Topics</a:t>
            </a:r>
          </a:p>
          <a:p>
            <a:pPr lvl="1"/>
            <a:endParaRPr/>
          </a:p>
          <a:p>
            <a:pPr lvl="2"/>
            <a:endParaRPr/>
          </a:p>
          <a:p>
            <a:pPr lvl="3"/>
            <a:endParaRPr/>
          </a:p>
          <a:p>
            <a:pPr lvl="4"/>
            <a:endParaRPr/>
          </a:p>
        </p:txBody>
      </p:sp>
      <p:sp>
        <p:nvSpPr>
          <p:cNvPr id="1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18" name="Body Level One…"/>
          <p:cNvSpPr txBox="1">
            <a:spLocks noGrp="1"/>
          </p:cNvSpPr>
          <p:nvPr>
            <p:ph type="body" sz="half" idx="1" hasCustomPrompt="1"/>
          </p:nvPr>
        </p:nvSpPr>
        <p:spPr>
          <a:xfrm>
            <a:off x="698500" y="3568700"/>
            <a:ext cx="11607800" cy="2617788"/>
          </a:xfrm>
          <a:prstGeom prst="rect">
            <a:avLst/>
          </a:prstGeom>
        </p:spPr>
        <p:txBody>
          <a:bodyPr anchor="ctr"/>
          <a:lstStyle>
            <a:lvl1pPr marL="0" indent="0" algn="ctr">
              <a:lnSpc>
                <a:spcPct val="80000"/>
              </a:lnSpc>
              <a:spcBef>
                <a:spcPts val="0"/>
              </a:spcBef>
              <a:buSzTx/>
              <a:buNone/>
              <a:defRPr sz="8200" spc="-164">
                <a:latin typeface="Helvetica Neue Medium"/>
                <a:ea typeface="Helvetica Neue Medium"/>
                <a:cs typeface="Helvetica Neue Medium"/>
                <a:sym typeface="Helvetica Neue Medium"/>
              </a:defRPr>
            </a:lvl1pPr>
            <a:lvl2pPr marL="0" indent="457200" algn="ctr">
              <a:lnSpc>
                <a:spcPct val="80000"/>
              </a:lnSpc>
              <a:spcBef>
                <a:spcPts val="0"/>
              </a:spcBef>
              <a:buSzTx/>
              <a:buNone/>
              <a:defRPr sz="8200" spc="-164">
                <a:latin typeface="Helvetica Neue Medium"/>
                <a:ea typeface="Helvetica Neue Medium"/>
                <a:cs typeface="Helvetica Neue Medium"/>
                <a:sym typeface="Helvetica Neue Medium"/>
              </a:defRPr>
            </a:lvl2pPr>
            <a:lvl3pPr marL="0" indent="914400" algn="ctr">
              <a:lnSpc>
                <a:spcPct val="80000"/>
              </a:lnSpc>
              <a:spcBef>
                <a:spcPts val="0"/>
              </a:spcBef>
              <a:buSzTx/>
              <a:buNone/>
              <a:defRPr sz="8200" spc="-164">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z="8200" spc="-164">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z="8200" spc="-164">
                <a:latin typeface="Helvetica Neue Medium"/>
                <a:ea typeface="Helvetica Neue Medium"/>
                <a:cs typeface="Helvetica Neue Medium"/>
                <a:sym typeface="Helvetica Neue Medium"/>
              </a:defRPr>
            </a:lvl5pPr>
          </a:lstStyle>
          <a:p>
            <a:r>
              <a:t>Statement</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26" name="Fact information"/>
          <p:cNvSpPr txBox="1">
            <a:spLocks noGrp="1"/>
          </p:cNvSpPr>
          <p:nvPr>
            <p:ph type="body" sz="quarter" idx="21" hasCustomPrompt="1"/>
          </p:nvPr>
        </p:nvSpPr>
        <p:spPr>
          <a:xfrm>
            <a:off x="698500" y="6209979"/>
            <a:ext cx="11607800" cy="671803"/>
          </a:xfrm>
          <a:prstGeom prst="rect">
            <a:avLst/>
          </a:prstGeom>
        </p:spPr>
        <p:txBody>
          <a:bodyPr/>
          <a:lstStyle>
            <a:lvl1pPr marL="0" indent="0" algn="ctr">
              <a:lnSpc>
                <a:spcPct val="100000"/>
              </a:lnSpc>
              <a:spcBef>
                <a:spcPts val="0"/>
              </a:spcBef>
              <a:buSzTx/>
              <a:buNone/>
              <a:defRPr sz="3800" b="1"/>
            </a:lvl1pPr>
          </a:lstStyle>
          <a:p>
            <a:r>
              <a:t>Fact information</a:t>
            </a:r>
          </a:p>
        </p:txBody>
      </p:sp>
      <p:sp>
        <p:nvSpPr>
          <p:cNvPr id="127" name="Body Level One…"/>
          <p:cNvSpPr txBox="1">
            <a:spLocks noGrp="1"/>
          </p:cNvSpPr>
          <p:nvPr>
            <p:ph type="body" idx="1" hasCustomPrompt="1"/>
          </p:nvPr>
        </p:nvSpPr>
        <p:spPr>
          <a:xfrm>
            <a:off x="698500" y="999066"/>
            <a:ext cx="11607800" cy="5210914"/>
          </a:xfrm>
          <a:prstGeom prst="rect">
            <a:avLst/>
          </a:prstGeom>
        </p:spPr>
        <p:txBody>
          <a:bodyPr anchor="b"/>
          <a:lstStyle>
            <a:lvl1pPr marL="0" indent="0" algn="ctr">
              <a:lnSpc>
                <a:spcPct val="80000"/>
              </a:lnSpc>
              <a:spcBef>
                <a:spcPts val="0"/>
              </a:spcBef>
              <a:buSzTx/>
              <a:buNone/>
              <a:defRPr sz="17600" b="1" spc="-176"/>
            </a:lvl1pPr>
            <a:lvl2pPr marL="0" indent="457200" algn="ctr">
              <a:lnSpc>
                <a:spcPct val="80000"/>
              </a:lnSpc>
              <a:spcBef>
                <a:spcPts val="0"/>
              </a:spcBef>
              <a:buSzTx/>
              <a:buNone/>
              <a:defRPr sz="17600" b="1" spc="-176"/>
            </a:lvl2pPr>
            <a:lvl3pPr marL="0" indent="914400" algn="ctr">
              <a:lnSpc>
                <a:spcPct val="80000"/>
              </a:lnSpc>
              <a:spcBef>
                <a:spcPts val="0"/>
              </a:spcBef>
              <a:buSzTx/>
              <a:buNone/>
              <a:defRPr sz="17600" b="1" spc="-176"/>
            </a:lvl3pPr>
            <a:lvl4pPr marL="0" indent="1371600" algn="ctr">
              <a:lnSpc>
                <a:spcPct val="80000"/>
              </a:lnSpc>
              <a:spcBef>
                <a:spcPts val="0"/>
              </a:spcBef>
              <a:buSzTx/>
              <a:buNone/>
              <a:defRPr sz="17600" b="1" spc="-176"/>
            </a:lvl4pPr>
            <a:lvl5pPr marL="0" indent="1828800" algn="ctr">
              <a:lnSpc>
                <a:spcPct val="80000"/>
              </a:lnSpc>
              <a:spcBef>
                <a:spcPts val="0"/>
              </a:spcBef>
              <a:buSzTx/>
              <a:buNone/>
              <a:defRPr sz="17600" b="1" spc="-176"/>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35" name="Body Level One…"/>
          <p:cNvSpPr txBox="1">
            <a:spLocks noGrp="1"/>
          </p:cNvSpPr>
          <p:nvPr>
            <p:ph type="body" sz="half" idx="1" hasCustomPrompt="1"/>
          </p:nvPr>
        </p:nvSpPr>
        <p:spPr>
          <a:xfrm>
            <a:off x="736600" y="3721100"/>
            <a:ext cx="11531600" cy="2324100"/>
          </a:xfrm>
          <a:prstGeom prst="rect">
            <a:avLst/>
          </a:prstGeom>
        </p:spPr>
        <p:txBody>
          <a:bodyPr anchor="ctr"/>
          <a:lstStyle>
            <a:lvl1pPr marL="457200" indent="-342900">
              <a:spcBef>
                <a:spcPts val="0"/>
              </a:spcBef>
              <a:buSzTx/>
              <a:buNone/>
              <a:defRPr sz="6000" spc="-119">
                <a:latin typeface="Helvetica Neue Medium"/>
                <a:ea typeface="Helvetica Neue Medium"/>
                <a:cs typeface="Helvetica Neue Medium"/>
                <a:sym typeface="Helvetica Neue Medium"/>
              </a:defRPr>
            </a:lvl1pPr>
            <a:lvl2pPr marL="457200" indent="114300">
              <a:spcBef>
                <a:spcPts val="0"/>
              </a:spcBef>
              <a:buSzTx/>
              <a:buNone/>
              <a:defRPr sz="6000" spc="-119">
                <a:latin typeface="Helvetica Neue Medium"/>
                <a:ea typeface="Helvetica Neue Medium"/>
                <a:cs typeface="Helvetica Neue Medium"/>
                <a:sym typeface="Helvetica Neue Medium"/>
              </a:defRPr>
            </a:lvl2pPr>
            <a:lvl3pPr marL="457200" indent="571500">
              <a:spcBef>
                <a:spcPts val="0"/>
              </a:spcBef>
              <a:buSzTx/>
              <a:buNone/>
              <a:defRPr sz="6000" spc="-119">
                <a:latin typeface="Helvetica Neue Medium"/>
                <a:ea typeface="Helvetica Neue Medium"/>
                <a:cs typeface="Helvetica Neue Medium"/>
                <a:sym typeface="Helvetica Neue Medium"/>
              </a:defRPr>
            </a:lvl3pPr>
            <a:lvl4pPr marL="457200" indent="1028700">
              <a:spcBef>
                <a:spcPts val="0"/>
              </a:spcBef>
              <a:buSzTx/>
              <a:buNone/>
              <a:defRPr sz="6000" spc="-119">
                <a:latin typeface="Helvetica Neue Medium"/>
                <a:ea typeface="Helvetica Neue Medium"/>
                <a:cs typeface="Helvetica Neue Medium"/>
                <a:sym typeface="Helvetica Neue Medium"/>
              </a:defRPr>
            </a:lvl4pPr>
            <a:lvl5pPr marL="457200" indent="1485900">
              <a:spcBef>
                <a:spcPts val="0"/>
              </a:spcBef>
              <a:buSzTx/>
              <a:buNone/>
              <a:defRPr sz="6000" spc="-119">
                <a:latin typeface="Helvetica Neue Medium"/>
                <a:ea typeface="Helvetica Neue Medium"/>
                <a:cs typeface="Helvetica Neue Medium"/>
                <a:sym typeface="Helvetica Neue Medium"/>
              </a:defRPr>
            </a:lvl5pPr>
          </a:lstStyle>
          <a:p>
            <a:r>
              <a:t>“Notable Quote”</a:t>
            </a:r>
          </a:p>
          <a:p>
            <a:pPr lvl="1"/>
            <a:endParaRPr/>
          </a:p>
          <a:p>
            <a:pPr lvl="2"/>
            <a:endParaRPr/>
          </a:p>
          <a:p>
            <a:pPr lvl="3"/>
            <a:endParaRPr/>
          </a:p>
          <a:p>
            <a:pPr lvl="4"/>
            <a:endParaRPr/>
          </a:p>
        </p:txBody>
      </p:sp>
      <p:sp>
        <p:nvSpPr>
          <p:cNvPr id="136" name="Attribution"/>
          <p:cNvSpPr txBox="1">
            <a:spLocks noGrp="1"/>
          </p:cNvSpPr>
          <p:nvPr>
            <p:ph type="body" sz="quarter" idx="21" hasCustomPrompt="1"/>
          </p:nvPr>
        </p:nvSpPr>
        <p:spPr>
          <a:xfrm>
            <a:off x="1219200" y="6426200"/>
            <a:ext cx="11049000" cy="461059"/>
          </a:xfrm>
          <a:prstGeom prst="rect">
            <a:avLst/>
          </a:prstGeom>
        </p:spPr>
        <p:txBody>
          <a:bodyPr/>
          <a:lstStyle>
            <a:lvl1pPr marL="0" indent="0" defTabSz="563541">
              <a:lnSpc>
                <a:spcPct val="100000"/>
              </a:lnSpc>
              <a:spcBef>
                <a:spcPts val="0"/>
              </a:spcBef>
              <a:buSzTx/>
              <a:buNone/>
              <a:defRPr sz="2304" b="1"/>
            </a:lvl1pPr>
          </a:lstStyle>
          <a:p>
            <a:r>
              <a:t>Attribution</a:t>
            </a:r>
          </a:p>
        </p:txBody>
      </p:sp>
      <p:sp>
        <p:nvSpPr>
          <p:cNvPr id="13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44" name="Bowl of pappardelle pasta with parsley butter, roasted hazelnuts, and shaved parmesan cheese"/>
          <p:cNvSpPr>
            <a:spLocks noGrp="1"/>
          </p:cNvSpPr>
          <p:nvPr>
            <p:ph type="pic" idx="21"/>
          </p:nvPr>
        </p:nvSpPr>
        <p:spPr>
          <a:xfrm>
            <a:off x="-2082800" y="687558"/>
            <a:ext cx="11165190" cy="8373892"/>
          </a:xfrm>
          <a:prstGeom prst="rect">
            <a:avLst/>
          </a:prstGeom>
        </p:spPr>
        <p:txBody>
          <a:bodyPr lIns="91439" tIns="45719" rIns="91439" bIns="45719">
            <a:noAutofit/>
          </a:bodyPr>
          <a:lstStyle/>
          <a:p>
            <a:endParaRPr/>
          </a:p>
        </p:txBody>
      </p:sp>
      <p:sp>
        <p:nvSpPr>
          <p:cNvPr id="145" name="Bowl of salad with fried rice, boiled eggs, and chopsticks"/>
          <p:cNvSpPr>
            <a:spLocks noGrp="1"/>
          </p:cNvSpPr>
          <p:nvPr>
            <p:ph type="pic" sz="half" idx="22"/>
          </p:nvPr>
        </p:nvSpPr>
        <p:spPr>
          <a:xfrm>
            <a:off x="6597650" y="292100"/>
            <a:ext cx="5740400" cy="4592321"/>
          </a:xfrm>
          <a:prstGeom prst="rect">
            <a:avLst/>
          </a:prstGeom>
        </p:spPr>
        <p:txBody>
          <a:bodyPr lIns="91439" tIns="45719" rIns="91439" bIns="45719">
            <a:noAutofit/>
          </a:bodyPr>
          <a:lstStyle/>
          <a:p>
            <a:endParaRPr/>
          </a:p>
        </p:txBody>
      </p:sp>
      <p:sp>
        <p:nvSpPr>
          <p:cNvPr id="146" name="Bowl with salmon cakes, salad, and hummus"/>
          <p:cNvSpPr>
            <a:spLocks noGrp="1"/>
          </p:cNvSpPr>
          <p:nvPr>
            <p:ph type="pic" idx="23"/>
          </p:nvPr>
        </p:nvSpPr>
        <p:spPr>
          <a:xfrm>
            <a:off x="4984750" y="2749413"/>
            <a:ext cx="7937500" cy="9238277"/>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54" name="Bowl of salad with fried rice, boiled eggs, and chopsticks"/>
          <p:cNvSpPr>
            <a:spLocks noGrp="1"/>
          </p:cNvSpPr>
          <p:nvPr>
            <p:ph type="pic" idx="21"/>
          </p:nvPr>
        </p:nvSpPr>
        <p:spPr>
          <a:xfrm>
            <a:off x="-1016000" y="-1054100"/>
            <a:ext cx="14427200" cy="1154176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6353454" y="9220199"/>
            <a:ext cx="297892" cy="287479"/>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6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Body Level One…"/>
          <p:cNvSpPr txBox="1">
            <a:spLocks noGrp="1"/>
          </p:cNvSpPr>
          <p:nvPr>
            <p:ph type="body" idx="1"/>
          </p:nvPr>
        </p:nvSpPr>
        <p:spPr>
          <a:xfrm>
            <a:off x="698500" y="2959100"/>
            <a:ext cx="11607800" cy="6096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bullet text</a:t>
            </a:r>
          </a:p>
          <a:p>
            <a:pPr lvl="1"/>
            <a:endParaRPr/>
          </a:p>
          <a:p>
            <a:pPr lvl="2"/>
            <a:endParaRPr/>
          </a:p>
          <a:p>
            <a:pPr lvl="3"/>
            <a:endParaRPr/>
          </a:p>
          <a:p>
            <a:pPr lvl="4"/>
            <a:endParaRPr/>
          </a:p>
        </p:txBody>
      </p:sp>
      <p:sp>
        <p:nvSpPr>
          <p:cNvPr id="3" name="Slide Title"/>
          <p:cNvSpPr txBox="1">
            <a:spLocks noGrp="1"/>
          </p:cNvSpPr>
          <p:nvPr>
            <p:ph type="title"/>
          </p:nvPr>
        </p:nvSpPr>
        <p:spPr>
          <a:xfrm>
            <a:off x="698500" y="440266"/>
            <a:ext cx="11607800" cy="1016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Slide Title</a:t>
            </a:r>
          </a:p>
        </p:txBody>
      </p:sp>
      <p:sp>
        <p:nvSpPr>
          <p:cNvPr id="4" name="Slide Number"/>
          <p:cNvSpPr txBox="1">
            <a:spLocks noGrp="1"/>
          </p:cNvSpPr>
          <p:nvPr>
            <p:ph type="sldNum" sz="quarter" idx="2"/>
          </p:nvPr>
        </p:nvSpPr>
        <p:spPr>
          <a:xfrm>
            <a:off x="6350067" y="9220199"/>
            <a:ext cx="297892" cy="287479"/>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300"/>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ransition spd="med"/>
  <p:txStyles>
    <p:titleStyle>
      <a:lvl1pPr marL="0" marR="0" indent="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1pPr>
      <a:lvl2pPr marL="0" marR="0" indent="4572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2pPr>
      <a:lvl3pPr marL="0" marR="0" indent="9144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3pPr>
      <a:lvl4pPr marL="0" marR="0" indent="13716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4pPr>
      <a:lvl5pPr marL="0" marR="0" indent="18288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5pPr>
      <a:lvl6pPr marL="0" marR="0" indent="22860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6pPr>
      <a:lvl7pPr marL="0" marR="0" indent="27432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7pPr>
      <a:lvl8pPr marL="0" marR="0" indent="32004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8pPr>
      <a:lvl9pPr marL="0" marR="0" indent="3657600" algn="l" defTabSz="1733930" rtl="0" latinLnBrk="0">
        <a:lnSpc>
          <a:spcPct val="80000"/>
        </a:lnSpc>
        <a:spcBef>
          <a:spcPts val="0"/>
        </a:spcBef>
        <a:spcAft>
          <a:spcPts val="0"/>
        </a:spcAft>
        <a:buClrTx/>
        <a:buSzTx/>
        <a:buFontTx/>
        <a:buNone/>
        <a:tabLst/>
        <a:defRPr sz="6000" b="1" i="0" u="none" strike="noStrike" cap="none" spc="-119" baseline="0">
          <a:solidFill>
            <a:srgbClr val="000000"/>
          </a:solidFill>
          <a:uFillTx/>
          <a:latin typeface="+mn-lt"/>
          <a:ea typeface="+mn-ea"/>
          <a:cs typeface="+mn-cs"/>
          <a:sym typeface="Helvetica Neue"/>
        </a:defRPr>
      </a:lvl9pPr>
    </p:titleStyle>
    <p:bodyStyle>
      <a:lvl1pPr marL="381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3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9.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9.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MSDERS"/>
          <p:cNvSpPr txBox="1">
            <a:spLocks noGrp="1"/>
          </p:cNvSpPr>
          <p:nvPr>
            <p:ph type="title"/>
          </p:nvPr>
        </p:nvSpPr>
        <p:spPr>
          <a:xfrm>
            <a:off x="698500" y="444500"/>
            <a:ext cx="5105400" cy="1016000"/>
          </a:xfrm>
        </p:spPr>
        <p:txBody>
          <a:bodyPr>
            <a:normAutofit/>
          </a:bodyPr>
          <a:lstStyle/>
          <a:p>
            <a:r>
              <a:rPr lang="en-US" dirty="0" err="1" smtClean="0"/>
              <a:t>MSDers</a:t>
            </a:r>
            <a:r>
              <a:rPr lang="en-US" dirty="0" smtClean="0"/>
              <a:t> </a:t>
            </a:r>
            <a:r>
              <a:rPr lang="en-US" sz="3200" dirty="0" smtClean="0"/>
              <a:t>Team</a:t>
            </a:r>
            <a:endParaRPr lang="en-US" sz="3200" dirty="0"/>
          </a:p>
        </p:txBody>
      </p:sp>
      <p:sp>
        <p:nvSpPr>
          <p:cNvPr id="173" name="HR &amp; Payroll MS Dynamics 365 - Payroll ProjectHR &amp; Payroll MS Dynamics 365 - Payroll Project"/>
          <p:cNvSpPr txBox="1">
            <a:spLocks noGrp="1"/>
          </p:cNvSpPr>
          <p:nvPr>
            <p:ph type="body" sz="quarter" idx="22"/>
          </p:nvPr>
        </p:nvSpPr>
        <p:spPr>
          <a:xfrm>
            <a:off x="698500" y="1412977"/>
            <a:ext cx="5105400" cy="2158126"/>
          </a:xfrm>
        </p:spPr>
        <p:txBody>
          <a:bodyPr>
            <a:noAutofit/>
          </a:bodyPr>
          <a:lstStyle>
            <a:lvl1pPr>
              <a:defRPr sz="2400"/>
            </a:lvl1pPr>
          </a:lstStyle>
          <a:p>
            <a:r>
              <a:rPr lang="en-US" sz="3200" dirty="0"/>
              <a:t>Graduation </a:t>
            </a:r>
            <a:r>
              <a:rPr lang="en-US" sz="3200" dirty="0" smtClean="0"/>
              <a:t>project: </a:t>
            </a:r>
          </a:p>
          <a:p>
            <a:r>
              <a:rPr lang="en-US" sz="3200" b="0" dirty="0" smtClean="0"/>
              <a:t>Payroll </a:t>
            </a:r>
            <a:r>
              <a:rPr lang="en-US" sz="3200" b="0" dirty="0"/>
              <a:t>Integration Simulation</a:t>
            </a:r>
          </a:p>
        </p:txBody>
      </p:sp>
      <p:sp>
        <p:nvSpPr>
          <p:cNvPr id="171" name="Team:…"/>
          <p:cNvSpPr txBox="1">
            <a:spLocks noGrp="1"/>
          </p:cNvSpPr>
          <p:nvPr>
            <p:ph type="body" sz="half" idx="1"/>
          </p:nvPr>
        </p:nvSpPr>
        <p:spPr>
          <a:xfrm>
            <a:off x="1880971" y="6363749"/>
            <a:ext cx="4249609" cy="2261287"/>
          </a:xfr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marL="0" indent="0" algn="ctr" defTabSz="334602">
              <a:lnSpc>
                <a:spcPct val="100000"/>
              </a:lnSpc>
              <a:buNone/>
              <a:defRPr sz="1368"/>
            </a:pPr>
            <a:r>
              <a:rPr lang="en-US" sz="2000" b="1" dirty="0"/>
              <a:t>Safwan </a:t>
            </a:r>
            <a:r>
              <a:rPr lang="en-US" sz="2000" b="1" dirty="0" smtClean="0"/>
              <a:t>Zahran</a:t>
            </a:r>
            <a:endParaRPr sz="2000" b="1" dirty="0" smtClean="0"/>
          </a:p>
          <a:p>
            <a:pPr marL="0" indent="0" algn="ctr" defTabSz="260604">
              <a:lnSpc>
                <a:spcPct val="100000"/>
              </a:lnSpc>
              <a:spcBef>
                <a:spcPts val="600"/>
              </a:spcBef>
              <a:buNone/>
              <a:defRPr sz="1368"/>
            </a:pPr>
            <a:r>
              <a:rPr lang="en-US" sz="2000" b="1" dirty="0" err="1" smtClean="0"/>
              <a:t>Walaa</a:t>
            </a:r>
            <a:r>
              <a:rPr lang="en-US" sz="2000" b="1" dirty="0" smtClean="0"/>
              <a:t> Ismail</a:t>
            </a:r>
            <a:endParaRPr lang="en-US" sz="2000" dirty="0" smtClean="0"/>
          </a:p>
          <a:p>
            <a:pPr marL="0" indent="0" algn="ctr" defTabSz="260604">
              <a:lnSpc>
                <a:spcPct val="100000"/>
              </a:lnSpc>
              <a:spcBef>
                <a:spcPts val="600"/>
              </a:spcBef>
              <a:buNone/>
              <a:defRPr sz="1368"/>
            </a:pPr>
            <a:r>
              <a:rPr lang="en-US" sz="2000" b="1" dirty="0" smtClean="0"/>
              <a:t>Ahmed Khalil</a:t>
            </a:r>
            <a:endParaRPr lang="en-US" sz="2000" dirty="0" smtClean="0"/>
          </a:p>
          <a:p>
            <a:pPr marL="0" indent="0" algn="ctr" defTabSz="260604">
              <a:lnSpc>
                <a:spcPct val="100000"/>
              </a:lnSpc>
              <a:spcBef>
                <a:spcPts val="600"/>
              </a:spcBef>
              <a:buNone/>
              <a:defRPr sz="1368"/>
            </a:pPr>
            <a:r>
              <a:rPr lang="en-US" sz="2000" b="1" dirty="0" err="1"/>
              <a:t>Eslam</a:t>
            </a:r>
            <a:r>
              <a:rPr lang="en-US" sz="2000" b="1" dirty="0"/>
              <a:t> </a:t>
            </a:r>
            <a:r>
              <a:rPr lang="en-US" sz="2000" b="1" dirty="0" err="1"/>
              <a:t>Abdrabo</a:t>
            </a:r>
            <a:endParaRPr lang="en-US" sz="2000" b="1" dirty="0"/>
          </a:p>
          <a:p>
            <a:pPr marL="0" indent="0" algn="ctr" defTabSz="260604">
              <a:lnSpc>
                <a:spcPct val="100000"/>
              </a:lnSpc>
              <a:spcBef>
                <a:spcPts val="600"/>
              </a:spcBef>
              <a:buNone/>
              <a:defRPr sz="1368"/>
            </a:pPr>
            <a:r>
              <a:rPr lang="en-US" sz="2000" b="1" dirty="0" smtClean="0"/>
              <a:t>Ahmed </a:t>
            </a:r>
            <a:r>
              <a:rPr lang="en-US" sz="2000" b="1" dirty="0" err="1" smtClean="0"/>
              <a:t>Abdelshafi</a:t>
            </a:r>
            <a:endParaRPr sz="2000" dirty="0"/>
          </a:p>
        </p:txBody>
      </p:sp>
      <p:sp>
        <p:nvSpPr>
          <p:cNvPr id="174" name="Text"/>
          <p:cNvSpPr txBox="1"/>
          <p:nvPr/>
        </p:nvSpPr>
        <p:spPr>
          <a:xfrm>
            <a:off x="6438900" y="4648200"/>
            <a:ext cx="127000" cy="45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defTabSz="457200">
              <a:lnSpc>
                <a:spcPct val="100000"/>
              </a:lnSpc>
              <a:spcBef>
                <a:spcPts val="0"/>
              </a:spcBef>
              <a:defRPr sz="1200">
                <a:latin typeface="Times Roman"/>
                <a:ea typeface="Times Roman"/>
                <a:cs typeface="Times Roman"/>
                <a:sym typeface="Times Roman"/>
              </a:defRPr>
            </a:pPr>
            <a:endParaRPr/>
          </a:p>
        </p:txBody>
      </p:sp>
      <p:sp>
        <p:nvSpPr>
          <p:cNvPr id="175" name="Text"/>
          <p:cNvSpPr txBox="1"/>
          <p:nvPr/>
        </p:nvSpPr>
        <p:spPr>
          <a:xfrm>
            <a:off x="6565900" y="4775200"/>
            <a:ext cx="127000" cy="45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p>
            <a:pPr defTabSz="457200">
              <a:lnSpc>
                <a:spcPct val="100000"/>
              </a:lnSpc>
              <a:spcBef>
                <a:spcPts val="0"/>
              </a:spcBef>
              <a:defRPr sz="1200">
                <a:latin typeface="Times Roman"/>
                <a:ea typeface="Times Roman"/>
                <a:cs typeface="Times Roman"/>
                <a:sym typeface="Times Roman"/>
              </a:defRPr>
            </a:pPr>
            <a:endParaRPr/>
          </a:p>
        </p:txBody>
      </p:sp>
      <p:sp>
        <p:nvSpPr>
          <p:cNvPr id="2" name="Rectangle 1"/>
          <p:cNvSpPr/>
          <p:nvPr/>
        </p:nvSpPr>
        <p:spPr>
          <a:xfrm>
            <a:off x="389217" y="5482210"/>
            <a:ext cx="2983509" cy="507831"/>
          </a:xfrm>
          <a:prstGeom prst="rect">
            <a:avLst/>
          </a:prstGeom>
        </p:spPr>
        <p:txBody>
          <a:bodyPr wrap="none">
            <a:spAutoFit/>
          </a:bodyPr>
          <a:lstStyle/>
          <a:p>
            <a:r>
              <a:rPr lang="en-US" dirty="0"/>
              <a:t>Team Members:</a:t>
            </a: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5015649" y="1725573"/>
            <a:ext cx="8740153" cy="6340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Rectangle 11"/>
          <p:cNvSpPr/>
          <p:nvPr/>
        </p:nvSpPr>
        <p:spPr>
          <a:xfrm>
            <a:off x="364504" y="3369212"/>
            <a:ext cx="1895071" cy="507831"/>
          </a:xfrm>
          <a:prstGeom prst="rect">
            <a:avLst/>
          </a:prstGeom>
        </p:spPr>
        <p:txBody>
          <a:bodyPr wrap="none">
            <a:spAutoFit/>
          </a:bodyPr>
          <a:lstStyle/>
          <a:p>
            <a:r>
              <a:rPr lang="en-US" dirty="0" smtClean="0"/>
              <a:t>Instructor:</a:t>
            </a:r>
            <a:endParaRPr lang="en-US" dirty="0"/>
          </a:p>
        </p:txBody>
      </p:sp>
      <p:sp>
        <p:nvSpPr>
          <p:cNvPr id="13" name="Team:…"/>
          <p:cNvSpPr txBox="1">
            <a:spLocks/>
          </p:cNvSpPr>
          <p:nvPr/>
        </p:nvSpPr>
        <p:spPr>
          <a:xfrm>
            <a:off x="1794472" y="3974757"/>
            <a:ext cx="4249609" cy="8004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381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1pPr>
            <a:lvl2pPr marL="762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2pPr>
            <a:lvl3pPr marL="1143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3pPr>
            <a:lvl4pPr marL="1524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4pPr>
            <a:lvl5pPr marL="1905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5pPr>
            <a:lvl6pPr marL="2286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6pPr>
            <a:lvl7pPr marL="2667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7pPr>
            <a:lvl8pPr marL="3048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8pPr>
            <a:lvl9pPr marL="3429000" marR="0" indent="-381000" algn="l" defTabSz="1733930" rtl="0" latinLnBrk="0">
              <a:lnSpc>
                <a:spcPct val="90000"/>
              </a:lnSpc>
              <a:spcBef>
                <a:spcPts val="3200"/>
              </a:spcBef>
              <a:spcAft>
                <a:spcPts val="0"/>
              </a:spcAft>
              <a:buClrTx/>
              <a:buSzPct val="123000"/>
              <a:buFontTx/>
              <a:buChar char="•"/>
              <a:tabLst/>
              <a:defRPr sz="3000" b="0" i="0" u="none" strike="noStrike" cap="none" spc="0" baseline="0">
                <a:solidFill>
                  <a:srgbClr val="000000"/>
                </a:solidFill>
                <a:uFillTx/>
                <a:latin typeface="+mn-lt"/>
                <a:ea typeface="+mn-ea"/>
                <a:cs typeface="+mn-cs"/>
                <a:sym typeface="Helvetica Neue"/>
              </a:defRPr>
            </a:lvl9pPr>
          </a:lstStyle>
          <a:p>
            <a:pPr marL="0" indent="0" algn="ctr" defTabSz="334602" hangingPunct="1">
              <a:lnSpc>
                <a:spcPct val="100000"/>
              </a:lnSpc>
              <a:buFontTx/>
              <a:buNone/>
              <a:defRPr sz="1368"/>
            </a:pPr>
            <a:r>
              <a:rPr lang="en-US" sz="2000" b="1" dirty="0" smtClean="0"/>
              <a:t>Eng. Mahmoud Ahmad</a:t>
            </a:r>
            <a:endParaRPr lang="en-US" sz="2000" dirty="0"/>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About Our Project"/>
          <p:cNvSpPr txBox="1">
            <a:spLocks noGrp="1"/>
          </p:cNvSpPr>
          <p:nvPr>
            <p:ph type="title"/>
          </p:nvPr>
        </p:nvSpPr>
        <p:spPr>
          <a:xfrm>
            <a:off x="698500" y="440266"/>
            <a:ext cx="11607800" cy="1016001"/>
          </a:xfrm>
        </p:spPr>
        <p:txBody>
          <a:bodyPr anchor="ctr">
            <a:normAutofit/>
          </a:bodyPr>
          <a:lstStyle>
            <a:lvl1pPr defTabSz="1369804">
              <a:defRPr sz="4740" spc="-94"/>
            </a:lvl1pPr>
          </a:lstStyle>
          <a:p>
            <a:r>
              <a:rPr lang="en-US" sz="7000"/>
              <a:t>About Our Project</a:t>
            </a:r>
          </a:p>
        </p:txBody>
      </p:sp>
      <p:graphicFrame>
        <p:nvGraphicFramePr>
          <p:cNvPr id="180" name="Imagine an organization where every salary update, bonus, or deduction automatically reflects in payroll and finance — eliminating manual work and costly errors. That’s the power of integration in Microsoft Dynamics 365 Finance &amp; Operations.…">
            <a:extLst>
              <a:ext uri="{FF2B5EF4-FFF2-40B4-BE49-F238E27FC236}">
                <a16:creationId xmlns="" xmlns:a16="http://schemas.microsoft.com/office/drawing/2014/main" id="{75238815-FEAC-3D17-BE88-3CE5050B94B8}"/>
              </a:ext>
            </a:extLst>
          </p:cNvPr>
          <p:cNvGraphicFramePr/>
          <p:nvPr>
            <p:extLst>
              <p:ext uri="{D42A27DB-BD31-4B8C-83A1-F6EECF244321}">
                <p14:modId xmlns:p14="http://schemas.microsoft.com/office/powerpoint/2010/main" val="1955180730"/>
              </p:ext>
            </p:extLst>
          </p:nvPr>
        </p:nvGraphicFramePr>
        <p:xfrm>
          <a:off x="698500" y="1646767"/>
          <a:ext cx="11607800" cy="619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Objectives"/>
          <p:cNvSpPr txBox="1">
            <a:spLocks noGrp="1"/>
          </p:cNvSpPr>
          <p:nvPr>
            <p:ph type="title"/>
          </p:nvPr>
        </p:nvSpPr>
        <p:spPr>
          <a:xfrm>
            <a:off x="698500" y="440266"/>
            <a:ext cx="11607800" cy="1016001"/>
          </a:xfrm>
        </p:spPr>
        <p:txBody>
          <a:bodyPr anchor="ctr">
            <a:normAutofit/>
          </a:bodyPr>
          <a:lstStyle/>
          <a:p>
            <a:r>
              <a:rPr lang="en-US" sz="7000" dirty="0" smtClean="0"/>
              <a:t>Objective</a:t>
            </a:r>
            <a:endParaRPr lang="en-US" sz="7000" dirty="0"/>
          </a:p>
        </p:txBody>
      </p:sp>
      <p:graphicFrame>
        <p:nvGraphicFramePr>
          <p:cNvPr id="185" name="The objective of this project was to set up and execute a complete payroll cycle for 2 departments and 10 employees.…">
            <a:extLst>
              <a:ext uri="{FF2B5EF4-FFF2-40B4-BE49-F238E27FC236}">
                <a16:creationId xmlns="" xmlns:a16="http://schemas.microsoft.com/office/drawing/2014/main" id="{8A4F1AA5-EAB4-39FE-987C-074D37388BBF}"/>
              </a:ext>
            </a:extLst>
          </p:cNvPr>
          <p:cNvGraphicFramePr/>
          <p:nvPr>
            <p:extLst>
              <p:ext uri="{D42A27DB-BD31-4B8C-83A1-F6EECF244321}">
                <p14:modId xmlns:p14="http://schemas.microsoft.com/office/powerpoint/2010/main" val="3758842331"/>
              </p:ext>
            </p:extLst>
          </p:nvPr>
        </p:nvGraphicFramePr>
        <p:xfrm>
          <a:off x="698500" y="1646767"/>
          <a:ext cx="11607800" cy="619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This project cover the end -to -end setup, configuration and execution of a payroll process for a sample organisation consisting of two departments and ten employees, The main activities completed within the project scope include:…"/>
          <p:cNvSpPr txBox="1">
            <a:spLocks noGrp="1"/>
          </p:cNvSpPr>
          <p:nvPr>
            <p:ph type="body" idx="1"/>
          </p:nvPr>
        </p:nvSpPr>
        <p:spPr>
          <a:xfrm>
            <a:off x="698500" y="2959100"/>
            <a:ext cx="11607800" cy="6096000"/>
          </a:xfrm>
        </p:spPr>
        <p:txBody>
          <a:bodyPr>
            <a:normAutofit/>
          </a:bodyPr>
          <a:lstStyle/>
          <a:p>
            <a:pPr marL="0" indent="0" defTabSz="434340">
              <a:spcBef>
                <a:spcPts val="0"/>
              </a:spcBef>
              <a:spcAft>
                <a:spcPts val="600"/>
              </a:spcAft>
              <a:buSzTx/>
              <a:buNone/>
              <a:defRPr sz="1710">
                <a:latin typeface="Times Roman"/>
                <a:ea typeface="Times Roman"/>
                <a:cs typeface="Times Roman"/>
                <a:sym typeface="Times Roman"/>
              </a:defRPr>
            </a:pPr>
            <a:r>
              <a:rPr lang="en-US" sz="1710" dirty="0"/>
              <a:t>This project cover the end -to -end setup, configuration and execution of a payroll process for a sample </a:t>
            </a:r>
            <a:r>
              <a:rPr lang="en-US" sz="1710" dirty="0" err="1"/>
              <a:t>organisation</a:t>
            </a:r>
            <a:r>
              <a:rPr lang="en-US" sz="1710" dirty="0"/>
              <a:t> consisting of two departments and ten employees, The main activities completed within the project scope include:</a:t>
            </a:r>
          </a:p>
          <a:p>
            <a:pPr marL="0" indent="0" defTabSz="434340">
              <a:spcBef>
                <a:spcPts val="0"/>
              </a:spcBef>
              <a:spcAft>
                <a:spcPts val="600"/>
              </a:spcAft>
              <a:buSzTx/>
              <a:buNone/>
              <a:defRPr sz="1710" b="1">
                <a:solidFill>
                  <a:srgbClr val="050606"/>
                </a:solidFill>
                <a:latin typeface="Times Roman"/>
                <a:ea typeface="Times Roman"/>
                <a:cs typeface="Times Roman"/>
                <a:sym typeface="Times Roman"/>
              </a:defRPr>
            </a:pPr>
            <a:r>
              <a:rPr lang="en-US" sz="1710" dirty="0"/>
              <a:t>1. </a:t>
            </a:r>
            <a:r>
              <a:rPr lang="en-US" sz="1710" dirty="0" err="1"/>
              <a:t>Organisational</a:t>
            </a:r>
            <a:r>
              <a:rPr lang="en-US" sz="1710" dirty="0"/>
              <a:t> &amp; Employee setup</a:t>
            </a:r>
          </a:p>
          <a:p>
            <a:pPr marL="434340" indent="-301625" defTabSz="434340">
              <a:spcBef>
                <a:spcPts val="0"/>
              </a:spcBef>
              <a:spcAft>
                <a:spcPts val="600"/>
              </a:spcAft>
              <a:buFont typeface="Times Roman"/>
              <a:defRPr sz="1710">
                <a:latin typeface="Times Roman"/>
                <a:ea typeface="Times Roman"/>
                <a:cs typeface="Times Roman"/>
                <a:sym typeface="Times Roman"/>
              </a:defRPr>
            </a:pPr>
            <a:r>
              <a:rPr lang="en-US" sz="1710" dirty="0"/>
              <a:t>Created and configured two departments within the system.</a:t>
            </a:r>
          </a:p>
          <a:p>
            <a:pPr marL="434340" indent="-301625" defTabSz="434340">
              <a:spcBef>
                <a:spcPts val="0"/>
              </a:spcBef>
              <a:spcAft>
                <a:spcPts val="600"/>
              </a:spcAft>
              <a:buFont typeface="Times Roman"/>
              <a:defRPr sz="1710">
                <a:latin typeface="Times Roman"/>
                <a:ea typeface="Times Roman"/>
                <a:cs typeface="Times Roman"/>
                <a:sym typeface="Times Roman"/>
              </a:defRPr>
            </a:pPr>
            <a:r>
              <a:rPr lang="en-US" sz="1710" dirty="0"/>
              <a:t>Added ten employees with full profile information and payroll eligibility.</a:t>
            </a:r>
          </a:p>
          <a:p>
            <a:pPr marL="0" indent="0" defTabSz="434340">
              <a:spcBef>
                <a:spcPts val="0"/>
              </a:spcBef>
              <a:spcAft>
                <a:spcPts val="600"/>
              </a:spcAft>
              <a:buSzTx/>
              <a:buNone/>
              <a:defRPr sz="1710" b="1">
                <a:solidFill>
                  <a:srgbClr val="050606"/>
                </a:solidFill>
                <a:latin typeface="Times Roman"/>
                <a:ea typeface="Times Roman"/>
                <a:cs typeface="Times Roman"/>
                <a:sym typeface="Times Roman"/>
              </a:defRPr>
            </a:pPr>
            <a:r>
              <a:rPr lang="en-US" sz="1710" dirty="0"/>
              <a:t>2. Pay Structure configuration</a:t>
            </a:r>
          </a:p>
          <a:p>
            <a:pPr marL="434340" indent="-301625" defTabSz="434340">
              <a:spcBef>
                <a:spcPts val="0"/>
              </a:spcBef>
              <a:spcAft>
                <a:spcPts val="600"/>
              </a:spcAft>
              <a:buFont typeface="Times Roman"/>
              <a:defRPr sz="1710">
                <a:latin typeface="Times Roman"/>
                <a:ea typeface="Times Roman"/>
                <a:cs typeface="Times Roman"/>
                <a:sym typeface="Times Roman"/>
              </a:defRPr>
            </a:pPr>
            <a:r>
              <a:rPr lang="en-US" sz="1710" dirty="0"/>
              <a:t>Defined pay period for different compensation element including (Basic Salary, Bonus, Incentive and allowances.</a:t>
            </a:r>
          </a:p>
          <a:p>
            <a:pPr marL="434340" indent="-301625" defTabSz="434340">
              <a:spcBef>
                <a:spcPts val="0"/>
              </a:spcBef>
              <a:spcAft>
                <a:spcPts val="600"/>
              </a:spcAft>
              <a:buFont typeface="Times Roman"/>
              <a:defRPr sz="1710">
                <a:latin typeface="Times Roman"/>
                <a:ea typeface="Times Roman"/>
                <a:cs typeface="Times Roman"/>
                <a:sym typeface="Times Roman"/>
              </a:defRPr>
            </a:pPr>
            <a:r>
              <a:rPr lang="en-US" sz="1710" dirty="0"/>
              <a:t>Created and configure pay items for: (Basic Salary, Bonus, overtime, allowances, Tax and Insurance</a:t>
            </a:r>
          </a:p>
          <a:p>
            <a:pPr marL="0" indent="0" defTabSz="434340">
              <a:spcBef>
                <a:spcPts val="0"/>
              </a:spcBef>
              <a:spcAft>
                <a:spcPts val="600"/>
              </a:spcAft>
              <a:buSzTx/>
              <a:buNone/>
              <a:defRPr sz="1710" b="1">
                <a:solidFill>
                  <a:srgbClr val="050606"/>
                </a:solidFill>
                <a:latin typeface="Times Roman"/>
                <a:ea typeface="Times Roman"/>
                <a:cs typeface="Times Roman"/>
                <a:sym typeface="Times Roman"/>
              </a:defRPr>
            </a:pPr>
            <a:r>
              <a:rPr lang="en-US" sz="1710" dirty="0"/>
              <a:t>3. Time and attendance setup</a:t>
            </a:r>
          </a:p>
          <a:p>
            <a:pPr marL="301625" indent="-301625" defTabSz="434340">
              <a:spcBef>
                <a:spcPts val="0"/>
              </a:spcBef>
              <a:spcAft>
                <a:spcPts val="600"/>
              </a:spcAft>
              <a:buFont typeface="Times Roman"/>
              <a:buChar char="◦"/>
              <a:defRPr sz="1710">
                <a:latin typeface="Times Roman"/>
                <a:ea typeface="Times Roman"/>
                <a:cs typeface="Times Roman"/>
                <a:sym typeface="Times Roman"/>
              </a:defRPr>
            </a:pPr>
            <a:r>
              <a:rPr lang="en-US" sz="1710" dirty="0"/>
              <a:t>Configure the time &amp; attendance module.</a:t>
            </a:r>
          </a:p>
          <a:p>
            <a:pPr marL="301625" indent="-301625" defTabSz="434340">
              <a:spcBef>
                <a:spcPts val="0"/>
              </a:spcBef>
              <a:spcAft>
                <a:spcPts val="600"/>
              </a:spcAft>
              <a:buFont typeface="Times Roman"/>
              <a:buChar char="◦"/>
              <a:defRPr sz="1710">
                <a:latin typeface="Times Roman"/>
                <a:ea typeface="Times Roman"/>
                <a:cs typeface="Times Roman"/>
                <a:sym typeface="Times Roman"/>
              </a:defRPr>
            </a:pPr>
            <a:r>
              <a:rPr lang="en-US" sz="1710" dirty="0"/>
              <a:t>Linked attendance records and time transactions to all 10 employees to ensure accurate payroll calculation.</a:t>
            </a:r>
          </a:p>
          <a:p>
            <a:pPr marL="0" indent="0" defTabSz="434340">
              <a:spcBef>
                <a:spcPts val="0"/>
              </a:spcBef>
              <a:spcAft>
                <a:spcPts val="600"/>
              </a:spcAft>
              <a:buSzTx/>
              <a:buNone/>
              <a:defRPr sz="1710" b="1">
                <a:solidFill>
                  <a:srgbClr val="050606"/>
                </a:solidFill>
                <a:latin typeface="Times Roman"/>
                <a:ea typeface="Times Roman"/>
                <a:cs typeface="Times Roman"/>
                <a:sym typeface="Times Roman"/>
              </a:defRPr>
            </a:pPr>
            <a:r>
              <a:rPr lang="en-US" sz="1710" dirty="0"/>
              <a:t>4. Payroll Calculation &amp; Processing</a:t>
            </a:r>
          </a:p>
          <a:p>
            <a:pPr marL="301625" indent="-301625" defTabSz="434340">
              <a:spcBef>
                <a:spcPts val="0"/>
              </a:spcBef>
              <a:spcAft>
                <a:spcPts val="600"/>
              </a:spcAft>
              <a:buFont typeface="Times Roman"/>
              <a:buChar char="◦"/>
              <a:defRPr sz="1710">
                <a:latin typeface="Times Roman"/>
                <a:ea typeface="Times Roman"/>
                <a:cs typeface="Times Roman"/>
                <a:sym typeface="Times Roman"/>
              </a:defRPr>
            </a:pPr>
            <a:r>
              <a:rPr lang="en-US" sz="1710" dirty="0"/>
              <a:t>Performed payroll runs for all employees using the configured pay periods and pay items.</a:t>
            </a:r>
          </a:p>
          <a:p>
            <a:pPr marL="301625" indent="-301625" defTabSz="434340">
              <a:spcBef>
                <a:spcPts val="0"/>
              </a:spcBef>
              <a:spcAft>
                <a:spcPts val="600"/>
              </a:spcAft>
              <a:buFont typeface="Times Roman"/>
              <a:buChar char="◦"/>
              <a:defRPr sz="1710">
                <a:latin typeface="Times Roman"/>
                <a:ea typeface="Times Roman"/>
                <a:cs typeface="Times Roman"/>
                <a:sym typeface="Times Roman"/>
              </a:defRPr>
            </a:pPr>
            <a:r>
              <a:rPr lang="en-US" sz="1710" dirty="0"/>
              <a:t>Validated calculations for earnings, deductions, and net pay.</a:t>
            </a:r>
          </a:p>
          <a:p>
            <a:pPr marL="0" indent="0" defTabSz="434340">
              <a:spcBef>
                <a:spcPts val="0"/>
              </a:spcBef>
              <a:spcAft>
                <a:spcPts val="600"/>
              </a:spcAft>
              <a:buSzTx/>
              <a:buNone/>
              <a:defRPr sz="1710" b="1">
                <a:solidFill>
                  <a:srgbClr val="050606"/>
                </a:solidFill>
                <a:latin typeface="Times Roman"/>
                <a:ea typeface="Times Roman"/>
                <a:cs typeface="Times Roman"/>
                <a:sym typeface="Times Roman"/>
              </a:defRPr>
            </a:pPr>
            <a:r>
              <a:rPr lang="en-US" sz="1710" dirty="0"/>
              <a:t>5. Pay Statements Generation</a:t>
            </a:r>
          </a:p>
          <a:p>
            <a:pPr marL="301625" indent="-301625" defTabSz="434340">
              <a:spcBef>
                <a:spcPts val="0"/>
              </a:spcBef>
              <a:spcAft>
                <a:spcPts val="600"/>
              </a:spcAft>
              <a:buFont typeface="Times Roman"/>
              <a:buChar char="◦"/>
              <a:defRPr sz="1710">
                <a:latin typeface="Times Roman"/>
                <a:ea typeface="Times Roman"/>
                <a:cs typeface="Times Roman"/>
                <a:sym typeface="Times Roman"/>
              </a:defRPr>
            </a:pPr>
            <a:r>
              <a:rPr lang="en-US" sz="1710" dirty="0"/>
              <a:t>Generated individual pay statements (pay slips) for all employees.</a:t>
            </a:r>
          </a:p>
          <a:p>
            <a:pPr marL="301625" indent="-301625" defTabSz="434340">
              <a:spcBef>
                <a:spcPts val="0"/>
              </a:spcBef>
              <a:spcAft>
                <a:spcPts val="600"/>
              </a:spcAft>
              <a:buFont typeface="Times Roman"/>
              <a:buChar char="◦"/>
              <a:defRPr sz="1710">
                <a:latin typeface="Times Roman"/>
                <a:ea typeface="Times Roman"/>
                <a:cs typeface="Times Roman"/>
                <a:sym typeface="Times Roman"/>
              </a:defRPr>
            </a:pPr>
            <a:r>
              <a:rPr lang="en-US" sz="1710" dirty="0"/>
              <a:t>Ensured accuracy of basic salary, overtime, bonuses, incentives, allowances, tax, and insurance deductions.</a:t>
            </a:r>
          </a:p>
        </p:txBody>
      </p:sp>
      <p:sp>
        <p:nvSpPr>
          <p:cNvPr id="189" name="Text Placeholder 2">
            <a:extLst>
              <a:ext uri="{FF2B5EF4-FFF2-40B4-BE49-F238E27FC236}">
                <a16:creationId xmlns="" xmlns:a16="http://schemas.microsoft.com/office/drawing/2014/main" id="{DF09408E-72F0-A1DE-19F6-8D57822D783F}"/>
              </a:ext>
            </a:extLst>
          </p:cNvPr>
          <p:cNvSpPr>
            <a:spLocks noGrp="1"/>
          </p:cNvSpPr>
          <p:nvPr>
            <p:ph type="body" sz="quarter" idx="21"/>
          </p:nvPr>
        </p:nvSpPr>
        <p:spPr>
          <a:xfrm>
            <a:off x="698500" y="1412977"/>
            <a:ext cx="11607801" cy="671803"/>
          </a:xfrm>
        </p:spPr>
        <p:txBody>
          <a:bodyPr>
            <a:normAutofit lnSpcReduction="10000"/>
          </a:bodyPr>
          <a:lstStyle/>
          <a:p>
            <a:endParaRPr lang="en-US"/>
          </a:p>
        </p:txBody>
      </p:sp>
      <p:sp>
        <p:nvSpPr>
          <p:cNvPr id="183" name="Overview of the project"/>
          <p:cNvSpPr txBox="1">
            <a:spLocks noGrp="1"/>
          </p:cNvSpPr>
          <p:nvPr>
            <p:ph type="title"/>
          </p:nvPr>
        </p:nvSpPr>
        <p:spPr>
          <a:xfrm>
            <a:off x="698500" y="440266"/>
            <a:ext cx="11607800" cy="1016001"/>
          </a:xfrm>
        </p:spPr>
        <p:txBody>
          <a:bodyPr>
            <a:normAutofit/>
          </a:bodyPr>
          <a:lstStyle>
            <a:lvl1pPr defTabSz="1057697">
              <a:defRPr sz="3660" spc="-73"/>
            </a:lvl1pPr>
          </a:lstStyle>
          <a:p>
            <a:r>
              <a:rPr lang="en-US" sz="6000" dirty="0" smtClean="0"/>
              <a:t>Scope</a:t>
            </a:r>
            <a:endParaRPr lang="en-US" sz="6000" dirty="0"/>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Process"/>
          <p:cNvSpPr txBox="1">
            <a:spLocks noGrp="1"/>
          </p:cNvSpPr>
          <p:nvPr>
            <p:ph type="title"/>
          </p:nvPr>
        </p:nvSpPr>
        <p:spPr>
          <a:xfrm>
            <a:off x="698500" y="440266"/>
            <a:ext cx="11607800" cy="1016001"/>
          </a:xfrm>
        </p:spPr>
        <p:txBody>
          <a:bodyPr anchor="ctr">
            <a:normAutofit/>
          </a:bodyPr>
          <a:lstStyle>
            <a:lvl1pPr defTabSz="1716590">
              <a:defRPr sz="5940" spc="-118"/>
            </a:lvl1pPr>
          </a:lstStyle>
          <a:p>
            <a:r>
              <a:rPr lang="en-US" sz="7000"/>
              <a:t>Process</a:t>
            </a:r>
          </a:p>
        </p:txBody>
      </p:sp>
      <p:graphicFrame>
        <p:nvGraphicFramePr>
          <p:cNvPr id="189" name="1. Requirement Understanding…">
            <a:extLst>
              <a:ext uri="{FF2B5EF4-FFF2-40B4-BE49-F238E27FC236}">
                <a16:creationId xmlns="" xmlns:a16="http://schemas.microsoft.com/office/drawing/2014/main" id="{79F82BA9-598C-991E-BC93-51CC8462D1AD}"/>
              </a:ext>
            </a:extLst>
          </p:cNvPr>
          <p:cNvGraphicFramePr/>
          <p:nvPr>
            <p:extLst>
              <p:ext uri="{D42A27DB-BD31-4B8C-83A1-F6EECF244321}">
                <p14:modId xmlns:p14="http://schemas.microsoft.com/office/powerpoint/2010/main" val="3070107620"/>
              </p:ext>
            </p:extLst>
          </p:nvPr>
        </p:nvGraphicFramePr>
        <p:xfrm>
          <a:off x="698500" y="1646767"/>
          <a:ext cx="11607800" cy="619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Configuration &amp; Implementation Steps"/>
          <p:cNvSpPr txBox="1">
            <a:spLocks noGrp="1"/>
          </p:cNvSpPr>
          <p:nvPr>
            <p:ph type="title"/>
          </p:nvPr>
        </p:nvSpPr>
        <p:spPr>
          <a:xfrm>
            <a:off x="698500" y="440266"/>
            <a:ext cx="11607800" cy="1016001"/>
          </a:xfrm>
        </p:spPr>
        <p:txBody>
          <a:bodyPr anchor="ctr">
            <a:normAutofit/>
          </a:bodyPr>
          <a:lstStyle>
            <a:lvl1pPr defTabSz="953661">
              <a:defRPr sz="3300" spc="-66"/>
            </a:lvl1pPr>
          </a:lstStyle>
          <a:p>
            <a:r>
              <a:rPr lang="en-US" sz="5100"/>
              <a:t>Configuration &amp; Implementation Steps</a:t>
            </a:r>
          </a:p>
        </p:txBody>
      </p:sp>
      <p:graphicFrame>
        <p:nvGraphicFramePr>
          <p:cNvPr id="192" name="Configuration Steps:…">
            <a:extLst>
              <a:ext uri="{FF2B5EF4-FFF2-40B4-BE49-F238E27FC236}">
                <a16:creationId xmlns="" xmlns:a16="http://schemas.microsoft.com/office/drawing/2014/main" id="{B5F300B4-9839-7F5B-3B09-7690261BFE50}"/>
              </a:ext>
            </a:extLst>
          </p:cNvPr>
          <p:cNvGraphicFramePr/>
          <p:nvPr>
            <p:extLst>
              <p:ext uri="{D42A27DB-BD31-4B8C-83A1-F6EECF244321}">
                <p14:modId xmlns:p14="http://schemas.microsoft.com/office/powerpoint/2010/main" val="1993248161"/>
              </p:ext>
            </p:extLst>
          </p:nvPr>
        </p:nvGraphicFramePr>
        <p:xfrm>
          <a:off x="698500" y="1646767"/>
          <a:ext cx="11607800" cy="619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roject Result"/>
          <p:cNvSpPr txBox="1">
            <a:spLocks noGrp="1"/>
          </p:cNvSpPr>
          <p:nvPr>
            <p:ph type="title"/>
          </p:nvPr>
        </p:nvSpPr>
        <p:spPr>
          <a:xfrm>
            <a:off x="698500" y="440266"/>
            <a:ext cx="11607800" cy="1016001"/>
          </a:xfrm>
        </p:spPr>
        <p:txBody>
          <a:bodyPr anchor="ctr">
            <a:normAutofit/>
          </a:bodyPr>
          <a:lstStyle>
            <a:lvl1pPr defTabSz="1716590">
              <a:defRPr sz="5940" spc="-118"/>
            </a:lvl1pPr>
          </a:lstStyle>
          <a:p>
            <a:r>
              <a:rPr lang="en-US" sz="7000"/>
              <a:t>Project Result</a:t>
            </a:r>
          </a:p>
        </p:txBody>
      </p:sp>
      <p:graphicFrame>
        <p:nvGraphicFramePr>
          <p:cNvPr id="195" name="1. Successful Payroll Setup…">
            <a:extLst>
              <a:ext uri="{FF2B5EF4-FFF2-40B4-BE49-F238E27FC236}">
                <a16:creationId xmlns="" xmlns:a16="http://schemas.microsoft.com/office/drawing/2014/main" id="{5BA5B489-79FA-047B-230C-2F7A853E3318}"/>
              </a:ext>
            </a:extLst>
          </p:cNvPr>
          <p:cNvGraphicFramePr/>
          <p:nvPr>
            <p:extLst>
              <p:ext uri="{D42A27DB-BD31-4B8C-83A1-F6EECF244321}">
                <p14:modId xmlns:p14="http://schemas.microsoft.com/office/powerpoint/2010/main" val="3764043334"/>
              </p:ext>
            </p:extLst>
          </p:nvPr>
        </p:nvGraphicFramePr>
        <p:xfrm>
          <a:off x="698500" y="1646767"/>
          <a:ext cx="11607800" cy="619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Conclusion"/>
          <p:cNvSpPr txBox="1">
            <a:spLocks noGrp="1"/>
          </p:cNvSpPr>
          <p:nvPr>
            <p:ph type="title"/>
          </p:nvPr>
        </p:nvSpPr>
        <p:spPr>
          <a:xfrm>
            <a:off x="698500" y="440266"/>
            <a:ext cx="11607800" cy="1016001"/>
          </a:xfrm>
        </p:spPr>
        <p:txBody>
          <a:bodyPr anchor="ctr">
            <a:normAutofit/>
          </a:bodyPr>
          <a:lstStyle/>
          <a:p>
            <a:r>
              <a:rPr lang="en-US" sz="7000"/>
              <a:t>Conclusion</a:t>
            </a:r>
          </a:p>
        </p:txBody>
      </p:sp>
      <p:graphicFrame>
        <p:nvGraphicFramePr>
          <p:cNvPr id="198" name="The payroll project successfully implemented a complete end-to-end payroll system for 2 departments and 10 employees.…">
            <a:extLst>
              <a:ext uri="{FF2B5EF4-FFF2-40B4-BE49-F238E27FC236}">
                <a16:creationId xmlns="" xmlns:a16="http://schemas.microsoft.com/office/drawing/2014/main" id="{3142F71C-1142-55C5-775F-9E82A8C2079E}"/>
              </a:ext>
            </a:extLst>
          </p:cNvPr>
          <p:cNvGraphicFramePr/>
          <p:nvPr>
            <p:extLst>
              <p:ext uri="{D42A27DB-BD31-4B8C-83A1-F6EECF244321}">
                <p14:modId xmlns:p14="http://schemas.microsoft.com/office/powerpoint/2010/main" val="875489780"/>
              </p:ext>
            </p:extLst>
          </p:nvPr>
        </p:nvGraphicFramePr>
        <p:xfrm>
          <a:off x="698500" y="1646767"/>
          <a:ext cx="11607800" cy="619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Thank You"/>
          <p:cNvSpPr txBox="1">
            <a:spLocks noGrp="1"/>
          </p:cNvSpPr>
          <p:nvPr>
            <p:ph type="title"/>
          </p:nvPr>
        </p:nvSpPr>
        <p:spPr>
          <a:xfrm>
            <a:off x="698500" y="440266"/>
            <a:ext cx="11607800" cy="1016001"/>
          </a:xfrm>
        </p:spPr>
        <p:txBody>
          <a:bodyPr anchor="ctr">
            <a:normAutofit/>
          </a:bodyPr>
          <a:lstStyle/>
          <a:p>
            <a:r>
              <a:rPr lang="en-US" sz="7000"/>
              <a:t>Thank You</a:t>
            </a:r>
          </a:p>
        </p:txBody>
      </p:sp>
      <p:graphicFrame>
        <p:nvGraphicFramePr>
          <p:cNvPr id="201" name="We sincerely thank Depi for developing this course and providing us with the valuable opportunity to learn and apply our knowledge.…">
            <a:extLst>
              <a:ext uri="{FF2B5EF4-FFF2-40B4-BE49-F238E27FC236}">
                <a16:creationId xmlns="" xmlns:a16="http://schemas.microsoft.com/office/drawing/2014/main" id="{8B974B3A-1668-9F1F-7A45-862BB4723A92}"/>
              </a:ext>
            </a:extLst>
          </p:cNvPr>
          <p:cNvGraphicFramePr/>
          <p:nvPr>
            <p:extLst>
              <p:ext uri="{D42A27DB-BD31-4B8C-83A1-F6EECF244321}">
                <p14:modId xmlns:p14="http://schemas.microsoft.com/office/powerpoint/2010/main" val="3592967587"/>
              </p:ext>
            </p:extLst>
          </p:nvPr>
        </p:nvGraphicFramePr>
        <p:xfrm>
          <a:off x="698500" y="1646767"/>
          <a:ext cx="11607800" cy="61902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spd="med"/>
</p:sld>
</file>

<file path=ppt/theme/theme1.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1733930" rtl="0" fontAlgn="auto" latinLnBrk="0" hangingPunct="0">
          <a:lnSpc>
            <a:spcPct val="90000"/>
          </a:lnSpc>
          <a:spcBef>
            <a:spcPts val="3200"/>
          </a:spcBef>
          <a:spcAft>
            <a:spcPts val="0"/>
          </a:spcAft>
          <a:buClrTx/>
          <a:buSzTx/>
          <a:buFontTx/>
          <a:buNone/>
          <a:tabLst/>
          <a:defRPr kumimoji="0" sz="30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4078</TotalTime>
  <Words>911</Words>
  <Application>Microsoft Office PowerPoint</Application>
  <PresentationFormat>Custom</PresentationFormat>
  <Paragraphs>110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21_BasicWhite</vt:lpstr>
      <vt:lpstr>MSDers Team</vt:lpstr>
      <vt:lpstr>About Our Project</vt:lpstr>
      <vt:lpstr>Objective</vt:lpstr>
      <vt:lpstr>Scope</vt:lpstr>
      <vt:lpstr>Process</vt:lpstr>
      <vt:lpstr>Configuration &amp; Implementation Steps</vt:lpstr>
      <vt:lpstr>Project Result</vt:lpstr>
      <vt:lpstr>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MSDers</dc:title>
  <dc:creator>Mr. Ahmed</dc:creator>
  <cp:lastModifiedBy>Safwan Zahran</cp:lastModifiedBy>
  <cp:revision>9</cp:revision>
  <dcterms:modified xsi:type="dcterms:W3CDTF">2025-11-21T08:25:58Z</dcterms:modified>
</cp:coreProperties>
</file>